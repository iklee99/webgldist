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8" r:id="rId2"/>
    <p:sldId id="306" r:id="rId3"/>
    <p:sldId id="307" r:id="rId4"/>
    <p:sldId id="308" r:id="rId5"/>
    <p:sldId id="309" r:id="rId6"/>
    <p:sldId id="310" r:id="rId7"/>
    <p:sldId id="313" r:id="rId8"/>
    <p:sldId id="311" r:id="rId9"/>
    <p:sldId id="312" r:id="rId10"/>
    <p:sldId id="314" r:id="rId11"/>
    <p:sldId id="315" r:id="rId12"/>
    <p:sldId id="316" r:id="rId13"/>
    <p:sldId id="317" r:id="rId14"/>
    <p:sldId id="318" r:id="rId15"/>
    <p:sldId id="31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6"/>
    <p:restoredTop sz="78459"/>
  </p:normalViewPr>
  <p:slideViewPr>
    <p:cSldViewPr>
      <p:cViewPr varScale="1">
        <p:scale>
          <a:sx n="75" d="100"/>
          <a:sy n="75" d="100"/>
        </p:scale>
        <p:origin x="1128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8EF9E-F90D-3644-932C-1F90C8EF183B}" type="datetimeFigureOut">
              <a:rPr kumimoji="1" lang="ko-KR" altLang="en-US" smtClean="0"/>
              <a:t>2025. 5. 20.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CD10E-49FF-8C40-B7F3-CA6239B459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719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3A0F5561-95EA-4E98-8993-BD80966AED35}" type="slidenum">
              <a:rPr lang="en-US" sz="1300" b="0" smtClean="0"/>
              <a:pPr eaLnBrk="1" hangingPunct="1"/>
              <a:t>1</a:t>
            </a:fld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222403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Skeletal animated model</a:t>
            </a:r>
            <a:r>
              <a:rPr kumimoji="1" lang="ko-KR" altLang="en-US" dirty="0"/>
              <a:t>의 구성 요소는 </a:t>
            </a:r>
            <a:r>
              <a:rPr kumimoji="1" lang="en-US" altLang="ko-KR" dirty="0"/>
              <a:t>Skin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Bone</a:t>
            </a:r>
            <a:r>
              <a:rPr kumimoji="1" lang="ko-KR" altLang="en-US" dirty="0"/>
              <a:t>들 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Blender</a:t>
            </a:r>
            <a:r>
              <a:rPr kumimoji="1" lang="ko-KR" altLang="en-US" dirty="0"/>
              <a:t>와 같은 </a:t>
            </a:r>
            <a:r>
              <a:rPr kumimoji="1" lang="en-US" altLang="ko-KR" dirty="0"/>
              <a:t>tool </a:t>
            </a:r>
            <a:r>
              <a:rPr kumimoji="1" lang="ko-KR" altLang="en-US" dirty="0"/>
              <a:t>에서는 가장 먼저 </a:t>
            </a:r>
            <a:r>
              <a:rPr kumimoji="1" lang="en-US" altLang="ko-KR" dirty="0"/>
              <a:t>character</a:t>
            </a:r>
            <a:r>
              <a:rPr kumimoji="1" lang="ko-KR" altLang="en-US" dirty="0"/>
              <a:t>의 겉모양을 나타내는 </a:t>
            </a:r>
            <a:r>
              <a:rPr kumimoji="1" lang="en-US" altLang="ko-KR" dirty="0"/>
              <a:t>geometry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Skin</a:t>
            </a:r>
            <a:r>
              <a:rPr kumimoji="1" lang="ko-KR" altLang="en-US" dirty="0"/>
              <a:t>을 만듭니다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그 다음에 </a:t>
            </a:r>
            <a:r>
              <a:rPr kumimoji="1" lang="en-US" altLang="ko-KR" dirty="0"/>
              <a:t>Skin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맞는 뼈대를 구성하는 </a:t>
            </a:r>
            <a:r>
              <a:rPr kumimoji="1" lang="en-US" altLang="ko-KR" dirty="0"/>
              <a:t>Bone</a:t>
            </a:r>
            <a:r>
              <a:rPr kumimoji="1" lang="ko-KR" altLang="en-US" dirty="0"/>
              <a:t>들을 새로 만들거나 이미 존재하는 </a:t>
            </a:r>
            <a:r>
              <a:rPr kumimoji="1" lang="en-US" altLang="ko-KR" dirty="0"/>
              <a:t>Bone </a:t>
            </a:r>
            <a:r>
              <a:rPr kumimoji="1" lang="ko-KR" altLang="en-US" dirty="0"/>
              <a:t>구조를 </a:t>
            </a:r>
            <a:r>
              <a:rPr kumimoji="1" lang="en-US" altLang="ko-KR" dirty="0"/>
              <a:t>Skin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맞도록 적절히 </a:t>
            </a:r>
            <a:r>
              <a:rPr kumimoji="1" lang="en-US" altLang="ko-KR" dirty="0"/>
              <a:t>scaling 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Skin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Bone</a:t>
            </a:r>
            <a:r>
              <a:rPr kumimoji="1" lang="ko-KR" altLang="en-US" dirty="0"/>
              <a:t>이 완성되면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두가지를 </a:t>
            </a:r>
            <a:r>
              <a:rPr kumimoji="1" lang="en-US" altLang="ko-KR" dirty="0"/>
              <a:t>mapping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Bone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joint angle</a:t>
            </a:r>
            <a:r>
              <a:rPr kumimoji="1" lang="ko-KR" altLang="en-US" dirty="0"/>
              <a:t>값들에 변화를 주면 </a:t>
            </a:r>
            <a:r>
              <a:rPr kumimoji="1" lang="en-US" altLang="ko-KR" dirty="0"/>
              <a:t>mapping</a:t>
            </a:r>
            <a:r>
              <a:rPr kumimoji="1" lang="ko-KR" altLang="en-US" dirty="0"/>
              <a:t>되어 있는 </a:t>
            </a:r>
            <a:r>
              <a:rPr kumimoji="1" lang="en-US" altLang="ko-KR" dirty="0"/>
              <a:t>Skin mesh</a:t>
            </a:r>
            <a:r>
              <a:rPr kumimoji="1" lang="ko-KR" altLang="en-US" dirty="0"/>
              <a:t>들도 따라서 </a:t>
            </a:r>
            <a:r>
              <a:rPr kumimoji="1" lang="en-US" altLang="ko-KR" dirty="0"/>
              <a:t>deformation </a:t>
            </a:r>
            <a:r>
              <a:rPr kumimoji="1" lang="ko-KR" altLang="en-US" dirty="0"/>
              <a:t>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이와 같이 </a:t>
            </a:r>
            <a:r>
              <a:rPr kumimoji="1" lang="en-US" altLang="ko-KR" dirty="0"/>
              <a:t>Bone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Skin mesh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mapping</a:t>
            </a:r>
            <a:r>
              <a:rPr kumimoji="1" lang="ko-KR" altLang="en-US" dirty="0"/>
              <a:t>하는 과정을 </a:t>
            </a:r>
            <a:r>
              <a:rPr kumimoji="1" lang="en-US" altLang="ko-KR" dirty="0"/>
              <a:t>“Rigging” </a:t>
            </a:r>
            <a:r>
              <a:rPr kumimoji="1" lang="ko-KR" altLang="en-US" dirty="0"/>
              <a:t>이라 부릅니다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" altLang="ko-KR" dirty="0"/>
              <a:t>The components of a Skeletal animated model are the Skin and Bones. </a:t>
            </a:r>
          </a:p>
          <a:p>
            <a:r>
              <a:rPr kumimoji="1" lang="en" altLang="ko-KR" dirty="0"/>
              <a:t>In a tool like Blender, you first create a Skin, which is the geometry that represents the outward appearance of your character. </a:t>
            </a:r>
          </a:p>
          <a:p>
            <a:r>
              <a:rPr kumimoji="1" lang="en" altLang="ko-KR" dirty="0"/>
              <a:t>Next, you create the Bones that make up the skeleton to fit the Skin, either by creating new Bones or scaling an existing bone structure to fit the Skin appropriately. </a:t>
            </a:r>
          </a:p>
          <a:p>
            <a:r>
              <a:rPr kumimoji="1" lang="en" altLang="ko-KR" dirty="0"/>
              <a:t>Once you have your Skin and Bones, map them together. </a:t>
            </a:r>
          </a:p>
          <a:p>
            <a:r>
              <a:rPr kumimoji="1" lang="en" altLang="ko-KR" dirty="0"/>
              <a:t>If you change the joint angle values of the Bones, the Skin meshes that they are mapped to will deform accordingly. </a:t>
            </a:r>
          </a:p>
          <a:p>
            <a:r>
              <a:rPr kumimoji="1" lang="en" altLang="ko-KR" dirty="0"/>
              <a:t>This process of mapping the Bone and Skin meshes is called "rigging".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1210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skeleton</a:t>
            </a:r>
            <a:r>
              <a:rPr kumimoji="1" lang="ko-KR" altLang="en-US" dirty="0"/>
              <a:t>의 노드들의 구조도 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 err="1"/>
              <a:t>HIp</a:t>
            </a:r>
            <a:r>
              <a:rPr kumimoji="1" lang="en-US" altLang="ko-KR" dirty="0"/>
              <a:t> joint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root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pelvis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나타내며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root</a:t>
            </a:r>
            <a:r>
              <a:rPr kumimoji="1" lang="ko-KR" altLang="en-US" dirty="0"/>
              <a:t>로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두 다리와 가슴이 세개의 자식 노드로 구성됩니다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9448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Blender</a:t>
            </a:r>
            <a:r>
              <a:rPr kumimoji="1" lang="ko-KR" altLang="en-US" dirty="0"/>
              <a:t>와 같은 </a:t>
            </a:r>
            <a:r>
              <a:rPr kumimoji="1" lang="en-US" altLang="ko-KR" dirty="0"/>
              <a:t>software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skin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bone </a:t>
            </a:r>
            <a:r>
              <a:rPr kumimoji="1" lang="ko-KR" altLang="en-US" dirty="0"/>
              <a:t>계층구조를 만들어 내는 것은 쉬운 일이 아닙니다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Mixamo site</a:t>
            </a:r>
            <a:r>
              <a:rPr kumimoji="1" lang="ko-KR" altLang="en-US" dirty="0"/>
              <a:t>에서는 다양한 </a:t>
            </a:r>
            <a:r>
              <a:rPr kumimoji="1" lang="en-US" altLang="ko-KR" dirty="0"/>
              <a:t>character skin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animation clip</a:t>
            </a:r>
            <a:r>
              <a:rPr kumimoji="1" lang="ko-KR" altLang="en-US" dirty="0"/>
              <a:t>을 제공되며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이를 </a:t>
            </a:r>
            <a:r>
              <a:rPr kumimoji="1" lang="en-US" altLang="ko-KR" dirty="0"/>
              <a:t>download</a:t>
            </a:r>
            <a:r>
              <a:rPr kumimoji="1" lang="ko-KR" altLang="en-US" dirty="0"/>
              <a:t> 받아 </a:t>
            </a:r>
            <a:r>
              <a:rPr kumimoji="1" lang="en-US" altLang="ko-KR" dirty="0"/>
              <a:t>Blender</a:t>
            </a:r>
            <a:r>
              <a:rPr kumimoji="1" lang="ko-KR" altLang="en-US" dirty="0"/>
              <a:t>나 </a:t>
            </a:r>
            <a:r>
              <a:rPr kumimoji="1" lang="en-US" altLang="ko-KR" dirty="0"/>
              <a:t>API programming</a:t>
            </a:r>
            <a:r>
              <a:rPr kumimoji="1" lang="ko-KR" altLang="en-US" dirty="0"/>
              <a:t>에서 이용할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먼저 위쪽 </a:t>
            </a:r>
            <a:r>
              <a:rPr kumimoji="1" lang="en-US" altLang="ko-KR" dirty="0"/>
              <a:t>bar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“Characters” tab</a:t>
            </a:r>
            <a:r>
              <a:rPr kumimoji="1" lang="ko-KR" altLang="en-US" dirty="0"/>
              <a:t>을 선택하면 다양한 </a:t>
            </a:r>
            <a:r>
              <a:rPr kumimoji="1" lang="en-US" altLang="ko-KR" dirty="0"/>
              <a:t>character skin</a:t>
            </a:r>
            <a:r>
              <a:rPr kumimoji="1" lang="ko-KR" altLang="en-US" dirty="0"/>
              <a:t>을 선택할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" altLang="ko-KR" dirty="0"/>
              <a:t>Creating a skin and bone hierarchy in software like Blender is not an easy task. </a:t>
            </a:r>
          </a:p>
          <a:p>
            <a:r>
              <a:rPr kumimoji="1" lang="en" altLang="ko-KR" dirty="0"/>
              <a:t>The </a:t>
            </a:r>
            <a:r>
              <a:rPr kumimoji="1" lang="en" altLang="ko-KR" dirty="0" err="1"/>
              <a:t>Mixamo</a:t>
            </a:r>
            <a:r>
              <a:rPr kumimoji="1" lang="en" altLang="ko-KR" dirty="0"/>
              <a:t> site provides various character skins and animation clips, which you can download and use in Blender or API programming. </a:t>
            </a:r>
          </a:p>
          <a:p>
            <a:r>
              <a:rPr kumimoji="1" lang="en" altLang="ko-KR" dirty="0"/>
              <a:t>First, select the "Characters" tab from the top bar, and you can choose from a variety of character skins.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4793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 다음에 </a:t>
            </a:r>
            <a:r>
              <a:rPr kumimoji="1" lang="en-US" altLang="ko-KR" dirty="0"/>
              <a:t>animations tab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가면 짧은 </a:t>
            </a:r>
            <a:r>
              <a:rPr kumimoji="1" lang="en-US" altLang="ko-KR" dirty="0"/>
              <a:t>animation clip</a:t>
            </a:r>
            <a:r>
              <a:rPr kumimoji="1" lang="ko-KR" altLang="en-US" dirty="0"/>
              <a:t>들 중에 하나를 선택하여 우리가 먼저 골랐던 </a:t>
            </a:r>
            <a:r>
              <a:rPr kumimoji="1" lang="en-US" altLang="ko-KR" dirty="0"/>
              <a:t>character skin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적용할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오른쪽에 보이는 </a:t>
            </a:r>
            <a:r>
              <a:rPr kumimoji="1" lang="en-US" altLang="ko-KR" dirty="0"/>
              <a:t>slider bar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animation </a:t>
            </a:r>
            <a:r>
              <a:rPr kumimoji="1" lang="ko-KR" altLang="en-US" dirty="0"/>
              <a:t>동작의 강약 등의 </a:t>
            </a:r>
            <a:r>
              <a:rPr kumimoji="1" lang="en-US" altLang="ko-KR" dirty="0"/>
              <a:t>property</a:t>
            </a:r>
            <a:r>
              <a:rPr kumimoji="1" lang="ko-KR" altLang="en-US" dirty="0"/>
              <a:t>들을 선택할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We then go to the animations tab, where we can select one of the short animation clips and apply it to the character skin we selected first. </a:t>
            </a:r>
          </a:p>
          <a:p>
            <a:r>
              <a:rPr kumimoji="1" lang="en-US" altLang="ko-KR" dirty="0"/>
              <a:t>The slider bar on the right allows you to select properties such as the strength or weakness of the animation behavior. 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9091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skin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animation</a:t>
            </a:r>
            <a:r>
              <a:rPr kumimoji="1" lang="ko-KR" altLang="en-US" dirty="0"/>
              <a:t>을 골랐으면 이를 </a:t>
            </a:r>
            <a:r>
              <a:rPr kumimoji="1" lang="en-US" altLang="ko-KR" dirty="0"/>
              <a:t>data file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download</a:t>
            </a:r>
            <a:r>
              <a:rPr kumimoji="1" lang="ko-KR" altLang="en-US" dirty="0"/>
              <a:t> 받을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 err="1"/>
              <a:t>fbx</a:t>
            </a:r>
            <a:r>
              <a:rPr kumimoji="1" lang="ko-KR" altLang="en-US" dirty="0"/>
              <a:t>나 몇가지 다른 포맷의 파일로 </a:t>
            </a:r>
            <a:r>
              <a:rPr kumimoji="1" lang="en-US" altLang="ko-KR" dirty="0"/>
              <a:t>download</a:t>
            </a:r>
            <a:r>
              <a:rPr kumimoji="1" lang="ko-KR" altLang="en-US" dirty="0"/>
              <a:t>할 수 있으나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fbx</a:t>
            </a:r>
            <a:r>
              <a:rPr kumimoji="1" lang="en-US" altLang="ko-KR" dirty="0"/>
              <a:t> </a:t>
            </a:r>
            <a:r>
              <a:rPr kumimoji="1" lang="ko-KR" altLang="en-US" dirty="0"/>
              <a:t>포맷을 권장하고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Once you have selected your skin and animations, you can download them as a data file. </a:t>
            </a:r>
          </a:p>
          <a:p>
            <a:r>
              <a:rPr kumimoji="1" lang="en-US" altLang="ko-KR" dirty="0"/>
              <a:t>You can download them as </a:t>
            </a:r>
            <a:r>
              <a:rPr kumimoji="1" lang="en-US" altLang="ko-KR" dirty="0" err="1"/>
              <a:t>fbx</a:t>
            </a:r>
            <a:r>
              <a:rPr kumimoji="1" lang="en-US" altLang="ko-KR" dirty="0"/>
              <a:t> or a few other formats, but we recommend the </a:t>
            </a:r>
            <a:r>
              <a:rPr kumimoji="1" lang="en-US" altLang="ko-KR" dirty="0" err="1"/>
              <a:t>fbx</a:t>
            </a:r>
            <a:r>
              <a:rPr kumimoji="1" lang="en-US" altLang="ko-KR" dirty="0"/>
              <a:t> format. 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9876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Mixamo</a:t>
            </a:r>
            <a:r>
              <a:rPr kumimoji="1" lang="ko-KR" altLang="en-US" dirty="0"/>
              <a:t>에는 지금까지 살펴본 기본적인 기능 이외에도 다른 곳에서 만들어진 새로운 </a:t>
            </a:r>
            <a:r>
              <a:rPr kumimoji="1" lang="en-US" altLang="ko-KR" dirty="0"/>
              <a:t>skin mesh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upload</a:t>
            </a:r>
            <a:r>
              <a:rPr kumimoji="1" lang="ko-KR" altLang="en-US" dirty="0"/>
              <a:t>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이를 </a:t>
            </a:r>
            <a:r>
              <a:rPr kumimoji="1" lang="en-US" altLang="ko-KR" dirty="0"/>
              <a:t>bone hierarchy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쉽게 </a:t>
            </a:r>
            <a:r>
              <a:rPr kumimoji="1" lang="en-US" altLang="ko-KR" dirty="0"/>
              <a:t>rigging </a:t>
            </a:r>
            <a:r>
              <a:rPr kumimoji="1" lang="ko-KR" altLang="en-US" dirty="0"/>
              <a:t>할 수 있는 기능이 제공되고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In addition to the basic features we've seen so far, Mixamo has the ability to upload new skin meshes created elsewhere and easily rig them into the bone hierarchy. 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282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FBX file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skin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bone animation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data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download</a:t>
            </a:r>
            <a:r>
              <a:rPr kumimoji="1" lang="ko-KR" altLang="en-US" dirty="0"/>
              <a:t> 받은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이를 </a:t>
            </a:r>
            <a:r>
              <a:rPr kumimoji="1" lang="en-US" altLang="ko-KR" dirty="0"/>
              <a:t>Blender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import</a:t>
            </a:r>
            <a:r>
              <a:rPr kumimoji="1" lang="ko-KR" altLang="en-US" dirty="0"/>
              <a:t>하면 </a:t>
            </a:r>
            <a:r>
              <a:rPr kumimoji="1" lang="en-US" altLang="ko-KR" dirty="0"/>
              <a:t>skin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bone (Blender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armature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부름</a:t>
            </a:r>
            <a:r>
              <a:rPr kumimoji="1" lang="en-US" altLang="ko-KR" dirty="0"/>
              <a:t>) 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animation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play</a:t>
            </a:r>
            <a:r>
              <a:rPr kumimoji="1" lang="ko-KR" altLang="en-US" dirty="0"/>
              <a:t>해 볼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데이터마다 </a:t>
            </a:r>
            <a:r>
              <a:rPr kumimoji="1" lang="en-US" altLang="ko-KR" dirty="0"/>
              <a:t>scale</a:t>
            </a:r>
            <a:r>
              <a:rPr kumimoji="1" lang="ko-KR" altLang="en-US" dirty="0"/>
              <a:t>이 많이 다를 수 있으나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program</a:t>
            </a:r>
            <a:r>
              <a:rPr kumimoji="1" lang="ko-KR" altLang="en-US" dirty="0"/>
              <a:t>들에서는 보통 </a:t>
            </a:r>
            <a:r>
              <a:rPr kumimoji="1" lang="en-US" altLang="ko-KR" dirty="0"/>
              <a:t>x, y, z </a:t>
            </a:r>
            <a:r>
              <a:rPr kumimoji="1" lang="ko-KR" altLang="en-US" dirty="0"/>
              <a:t>모두 </a:t>
            </a:r>
            <a:r>
              <a:rPr kumimoji="1" lang="en-US" altLang="ko-KR" dirty="0"/>
              <a:t>[-1, 1] </a:t>
            </a:r>
            <a:r>
              <a:rPr kumimoji="1" lang="ko-KR" altLang="en-US" dirty="0"/>
              <a:t>사이에 근접한 범위를 가지도록 </a:t>
            </a:r>
            <a:r>
              <a:rPr kumimoji="1" lang="en-US" altLang="ko-KR" dirty="0"/>
              <a:t>scale</a:t>
            </a:r>
            <a:r>
              <a:rPr kumimoji="1" lang="ko-KR" altLang="en-US" dirty="0"/>
              <a:t>을 맞추어 주는 것이 좋습니다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이를 위해 </a:t>
            </a:r>
            <a:r>
              <a:rPr kumimoji="1" lang="en-US" altLang="ko-KR" dirty="0"/>
              <a:t>Blender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outliner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root</a:t>
            </a:r>
            <a:r>
              <a:rPr kumimoji="1" lang="ko-KR" altLang="en-US" dirty="0"/>
              <a:t>가 되는 </a:t>
            </a:r>
            <a:r>
              <a:rPr kumimoji="1" lang="en-US" altLang="ko-KR" dirty="0"/>
              <a:t>parent node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선택한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의 첫번째 </a:t>
            </a:r>
            <a:r>
              <a:rPr kumimoji="1" lang="en-US" altLang="ko-KR" dirty="0"/>
              <a:t>(</a:t>
            </a:r>
            <a:r>
              <a:rPr kumimoji="1" lang="ko-KR" altLang="en-US" dirty="0"/>
              <a:t>시작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keyframe</a:t>
            </a:r>
            <a:r>
              <a:rPr kumimoji="1" lang="ko-KR" altLang="en-US" dirty="0"/>
              <a:t>에서 적절한 </a:t>
            </a:r>
            <a:r>
              <a:rPr kumimoji="1" lang="en-US" altLang="ko-KR" dirty="0"/>
              <a:t>scale</a:t>
            </a:r>
            <a:r>
              <a:rPr kumimoji="1" lang="ko-KR" altLang="en-US" dirty="0"/>
              <a:t> </a:t>
            </a:r>
            <a:r>
              <a:rPr kumimoji="1" lang="en-US" altLang="ko-KR" dirty="0"/>
              <a:t>factor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입력한 후 </a:t>
            </a:r>
            <a:r>
              <a:rPr kumimoji="1" lang="en-US" altLang="ko-KR" dirty="0"/>
              <a:t>“insert keyframe” </a:t>
            </a:r>
            <a:r>
              <a:rPr kumimoji="1" lang="ko-KR" altLang="en-US" dirty="0"/>
              <a:t>을 다시 한번 해 주는 것이 좋습니다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이렇게 하면 이 크기의 </a:t>
            </a:r>
            <a:r>
              <a:rPr kumimoji="1" lang="en-US" altLang="ko-KR" dirty="0"/>
              <a:t>scale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animation </a:t>
            </a:r>
            <a:r>
              <a:rPr kumimoji="1" lang="ko-KR" altLang="en-US" dirty="0"/>
              <a:t>끝까지 유지되게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오른쪽 그림은 우리의 </a:t>
            </a:r>
            <a:r>
              <a:rPr kumimoji="1" lang="en-US" altLang="ko-KR" dirty="0"/>
              <a:t>character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add &gt; mesh &gt; cube </a:t>
            </a:r>
            <a:r>
              <a:rPr kumimoji="1" lang="ko-KR" altLang="en-US" dirty="0"/>
              <a:t>로 만들어진 기본 </a:t>
            </a:r>
            <a:r>
              <a:rPr kumimoji="1" lang="en-US" altLang="ko-KR" dirty="0"/>
              <a:t>cube</a:t>
            </a:r>
            <a:r>
              <a:rPr kumimoji="1" lang="ko-KR" altLang="en-US" dirty="0"/>
              <a:t>의 크기를 비교한 것인데 이 정도의 크기가 권장된다는 뜻입니다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9277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이렇게 </a:t>
            </a:r>
            <a:r>
              <a:rPr kumimoji="1" lang="en-US" altLang="ko-KR" dirty="0"/>
              <a:t>scale</a:t>
            </a:r>
            <a:r>
              <a:rPr kumimoji="1" lang="ko-KR" altLang="en-US" dirty="0"/>
              <a:t>을 맞추고 </a:t>
            </a:r>
            <a:r>
              <a:rPr kumimoji="1" lang="en-US" altLang="ko-KR" dirty="0"/>
              <a:t>animation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skin</a:t>
            </a:r>
            <a:r>
              <a:rPr kumimoji="1" lang="ko-KR" altLang="en-US" dirty="0"/>
              <a:t>을 확인한 이후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캐릭터를 다른 파일 </a:t>
            </a:r>
            <a:r>
              <a:rPr kumimoji="1" lang="en-US" altLang="ko-KR" dirty="0"/>
              <a:t>format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</a:t>
            </a:r>
            <a:r>
              <a:rPr kumimoji="1" lang="en-US" altLang="ko-KR" dirty="0"/>
              <a:t>export</a:t>
            </a:r>
            <a:r>
              <a:rPr kumimoji="1" lang="ko-KR" altLang="en-US" dirty="0"/>
              <a:t> 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우리의 경우 </a:t>
            </a:r>
            <a:r>
              <a:rPr kumimoji="1" lang="en-US" altLang="ko-KR" dirty="0"/>
              <a:t>loader</a:t>
            </a:r>
            <a:r>
              <a:rPr kumimoji="1" lang="ko-KR" altLang="en-US" dirty="0"/>
              <a:t>에서 이용하기 위해 </a:t>
            </a:r>
            <a:r>
              <a:rPr kumimoji="1" lang="en-US" altLang="ko-KR" dirty="0" err="1"/>
              <a:t>Collada</a:t>
            </a:r>
            <a:r>
              <a:rPr kumimoji="1" lang="en-US" altLang="ko-KR" dirty="0"/>
              <a:t> (.</a:t>
            </a:r>
            <a:r>
              <a:rPr kumimoji="1" lang="en-US" altLang="ko-KR" dirty="0" err="1"/>
              <a:t>dae</a:t>
            </a:r>
            <a:r>
              <a:rPr kumimoji="1" lang="en-US" altLang="ko-KR" dirty="0"/>
              <a:t>) format</a:t>
            </a:r>
            <a:r>
              <a:rPr kumimoji="1" lang="ko-KR" altLang="en-US" dirty="0"/>
              <a:t>이나 </a:t>
            </a:r>
            <a:r>
              <a:rPr kumimoji="1" lang="en-US" altLang="ko-KR" dirty="0" err="1"/>
              <a:t>gltf</a:t>
            </a:r>
            <a:r>
              <a:rPr kumimoji="1" lang="en-US" altLang="ko-KR" dirty="0"/>
              <a:t> format</a:t>
            </a:r>
            <a:r>
              <a:rPr kumimoji="1" lang="ko-KR" altLang="en-US" dirty="0"/>
              <a:t>을 선택할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Once you have scaled and checked the animation and skin, you can export your character to a different file format. </a:t>
            </a:r>
          </a:p>
          <a:p>
            <a:r>
              <a:rPr kumimoji="1" lang="en-US" altLang="ko-KR" dirty="0"/>
              <a:t>In our case, we can choose either the </a:t>
            </a:r>
            <a:r>
              <a:rPr kumimoji="1" lang="en-US" altLang="ko-KR" dirty="0" err="1"/>
              <a:t>Collada</a:t>
            </a:r>
            <a:r>
              <a:rPr kumimoji="1" lang="en-US" altLang="ko-KR" dirty="0"/>
              <a:t> (.</a:t>
            </a:r>
            <a:r>
              <a:rPr kumimoji="1" lang="en-US" altLang="ko-KR" dirty="0" err="1"/>
              <a:t>dae</a:t>
            </a:r>
            <a:r>
              <a:rPr kumimoji="1" lang="en-US" altLang="ko-KR" dirty="0"/>
              <a:t>) format or the </a:t>
            </a:r>
            <a:r>
              <a:rPr kumimoji="1" lang="en-US" altLang="ko-KR" dirty="0" err="1"/>
              <a:t>gltf</a:t>
            </a:r>
            <a:r>
              <a:rPr kumimoji="1" lang="en-US" altLang="ko-KR" dirty="0"/>
              <a:t> format for use in the OpenGL loader. 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3390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Autofit/>
          </a:bodyPr>
          <a:lstStyle>
            <a:lvl1pPr algn="ctr">
              <a:defRPr sz="4400" b="1">
                <a:effectLst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buFont typeface="시스템 서체 일반체"/>
              <a:buChar char="◦"/>
              <a:defRPr/>
            </a:lvl2pPr>
            <a:lvl3pPr marL="1143000" indent="-228600">
              <a:buFont typeface="Wingdings" pitchFamily="2" charset="2"/>
              <a:buChar char="§"/>
              <a:defRPr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91344" y="1124745"/>
            <a:ext cx="5803056" cy="554461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124745"/>
            <a:ext cx="5803056" cy="554461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51384" y="260648"/>
            <a:ext cx="11043247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1384" y="1124743"/>
            <a:ext cx="11043247" cy="5400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594631" y="6381328"/>
            <a:ext cx="3738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Tahoma" panose="020B0604030504040204" pitchFamily="34" charset="0"/>
          <a:ea typeface="+mj-ea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+mn-ea"/>
          <a:cs typeface="Tahom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시스템 서체 일반체"/>
        <a:buChar char="◦"/>
        <a:defRPr sz="18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+mn-ea"/>
          <a:cs typeface="Tahom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+mn-ea"/>
          <a:cs typeface="Tahom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+mn-ea"/>
          <a:cs typeface="Tahom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+mn-ea"/>
          <a:cs typeface="Tahoma" panose="020B060403050404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oly.pizza/m/83DpVkzvWk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mixamo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>
          <a:xfrm>
            <a:off x="696888" y="1968063"/>
            <a:ext cx="10798224" cy="1470025"/>
          </a:xfrm>
        </p:spPr>
        <p:txBody>
          <a:bodyPr/>
          <a:lstStyle/>
          <a:p>
            <a:pPr algn="ctr"/>
            <a:r>
              <a:rPr lang="en-US" dirty="0">
                <a:ea typeface="Tahoma" panose="020B0604030504040204" pitchFamily="34" charset="0"/>
              </a:rPr>
              <a:t>1</a:t>
            </a:r>
            <a:r>
              <a:rPr lang="en-US" altLang="ko-KR" dirty="0">
                <a:ea typeface="Tahoma" panose="020B0604030504040204" pitchFamily="34" charset="0"/>
              </a:rPr>
              <a:t>1</a:t>
            </a:r>
            <a:r>
              <a:rPr lang="en-US" dirty="0">
                <a:ea typeface="Tahoma" panose="020B0604030504040204" pitchFamily="34" charset="0"/>
              </a:rPr>
              <a:t>_2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Skeletal Animation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895600" y="3633950"/>
            <a:ext cx="6400800" cy="560572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 Graphics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659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EA26E-E9A2-C9CC-239D-E171B0D6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Components of Skeletal Animated Model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4ADF56-00BD-5486-8053-59E498C1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26" name="Picture 2" descr="skin">
            <a:extLst>
              <a:ext uri="{FF2B5EF4-FFF2-40B4-BE49-F238E27FC236}">
                <a16:creationId xmlns:a16="http://schemas.microsoft.com/office/drawing/2014/main" id="{8EA598AE-653C-39FD-8ED0-28655137C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340768"/>
            <a:ext cx="3430784" cy="3408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nes">
            <a:extLst>
              <a:ext uri="{FF2B5EF4-FFF2-40B4-BE49-F238E27FC236}">
                <a16:creationId xmlns:a16="http://schemas.microsoft.com/office/drawing/2014/main" id="{205E3285-4498-345B-CBF9-C85621C6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07" y="1340768"/>
            <a:ext cx="3438375" cy="3408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kin and bones">
            <a:extLst>
              <a:ext uri="{FF2B5EF4-FFF2-40B4-BE49-F238E27FC236}">
                <a16:creationId xmlns:a16="http://schemas.microsoft.com/office/drawing/2014/main" id="{7522C96B-6A84-4E20-5A8B-98FEC11C9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710" y="1340768"/>
            <a:ext cx="3430784" cy="3408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9B1A2-8838-3360-D689-119A8D7B95E4}"/>
              </a:ext>
            </a:extLst>
          </p:cNvPr>
          <p:cNvSpPr txBox="1"/>
          <p:nvPr/>
        </p:nvSpPr>
        <p:spPr>
          <a:xfrm>
            <a:off x="2174863" y="4958655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Skin</a:t>
            </a:r>
            <a:endParaRPr kumimoji="1"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DB5D6-1395-1148-5F17-26F9100F5DBC}"/>
              </a:ext>
            </a:extLst>
          </p:cNvPr>
          <p:cNvSpPr txBox="1"/>
          <p:nvPr/>
        </p:nvSpPr>
        <p:spPr>
          <a:xfrm>
            <a:off x="4865601" y="4952575"/>
            <a:ext cx="24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Bones</a:t>
            </a:r>
          </a:p>
          <a:p>
            <a:pPr algn="ctr"/>
            <a:r>
              <a:rPr kumimoji="1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(Armature in Blender)</a:t>
            </a:r>
            <a:endParaRPr kumimoji="1"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04CA8-4471-331B-C27D-82E13E62A42C}"/>
              </a:ext>
            </a:extLst>
          </p:cNvPr>
          <p:cNvSpPr txBox="1"/>
          <p:nvPr/>
        </p:nvSpPr>
        <p:spPr>
          <a:xfrm>
            <a:off x="8976320" y="495257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Skin + Bones</a:t>
            </a:r>
          </a:p>
          <a:p>
            <a:r>
              <a:rPr kumimoji="1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 Rigging</a:t>
            </a:r>
            <a:endParaRPr kumimoji="1"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39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2BB8A-788C-F724-8115-A30CE5CC1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Hierarchical Structure of Bones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7A0C3-5D32-0298-BF00-0DB723DB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C7A0B28-7E6E-DA8A-6323-41B4DCBEC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326200"/>
            <a:ext cx="8440886" cy="42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14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52167-B218-4BF6-6338-74930D5C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Mixamo (1/4)</a:t>
            </a:r>
            <a:endParaRPr kumimoji="1"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7EB1FFB-04E2-BC24-46B0-2DE22F361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7408" y="1124744"/>
            <a:ext cx="9835109" cy="49003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F02CE3-7609-AA95-B97B-6AFEE8A1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23FD593-55D5-5799-8352-B89B8E298559}"/>
              </a:ext>
            </a:extLst>
          </p:cNvPr>
          <p:cNvSpPr/>
          <p:nvPr/>
        </p:nvSpPr>
        <p:spPr>
          <a:xfrm>
            <a:off x="2063552" y="980728"/>
            <a:ext cx="576064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4949585-107F-1891-690F-325CF89AD7F4}"/>
              </a:ext>
            </a:extLst>
          </p:cNvPr>
          <p:cNvSpPr/>
          <p:nvPr/>
        </p:nvSpPr>
        <p:spPr>
          <a:xfrm>
            <a:off x="4007768" y="2060848"/>
            <a:ext cx="1296144" cy="172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11802-8B8F-8F0B-5CB6-0A1F54774F11}"/>
              </a:ext>
            </a:extLst>
          </p:cNvPr>
          <p:cNvSpPr txBox="1"/>
          <p:nvPr/>
        </p:nvSpPr>
        <p:spPr>
          <a:xfrm>
            <a:off x="4477427" y="502977"/>
            <a:ext cx="3191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www.mixamo.com</a:t>
            </a:r>
            <a:r>
              <a:rPr lang="ko-KR" alt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91474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71DEE-258C-C511-5FAC-F52DDE9E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Mixamo (2/4)</a:t>
            </a:r>
            <a:endParaRPr kumimoji="1"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20FC2B4-8D4B-D1C1-5F8A-977C32E05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5400" y="1158200"/>
            <a:ext cx="9615740" cy="479107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990950-9D24-14E7-915A-E725D057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B1995FA6-BD67-A2A0-2A2B-EBE6FA4A7FA4}"/>
              </a:ext>
            </a:extLst>
          </p:cNvPr>
          <p:cNvSpPr/>
          <p:nvPr/>
        </p:nvSpPr>
        <p:spPr>
          <a:xfrm>
            <a:off x="2495600" y="1005959"/>
            <a:ext cx="576064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52B537B-9618-45AC-2F6C-399091350B05}"/>
              </a:ext>
            </a:extLst>
          </p:cNvPr>
          <p:cNvSpPr/>
          <p:nvPr/>
        </p:nvSpPr>
        <p:spPr>
          <a:xfrm>
            <a:off x="911424" y="2924944"/>
            <a:ext cx="1296144" cy="172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141C2C-1DC8-40CC-DC33-C7E45A5DEF54}"/>
              </a:ext>
            </a:extLst>
          </p:cNvPr>
          <p:cNvSpPr/>
          <p:nvPr/>
        </p:nvSpPr>
        <p:spPr>
          <a:xfrm>
            <a:off x="8760296" y="2420888"/>
            <a:ext cx="1550844" cy="1800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670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71DEE-258C-C511-5FAC-F52DDE9E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Mixamo (3/4)</a:t>
            </a:r>
            <a:endParaRPr kumimoji="1"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20FC2B4-8D4B-D1C1-5F8A-977C32E05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5400" y="1158200"/>
            <a:ext cx="9615740" cy="479107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990950-9D24-14E7-915A-E725D057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141C2C-1DC8-40CC-DC33-C7E45A5DEF54}"/>
              </a:ext>
            </a:extLst>
          </p:cNvPr>
          <p:cNvSpPr/>
          <p:nvPr/>
        </p:nvSpPr>
        <p:spPr>
          <a:xfrm>
            <a:off x="8727069" y="1700809"/>
            <a:ext cx="1550844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C4B8C-939D-8303-4E86-6FC882FDC26D}"/>
              </a:ext>
            </a:extLst>
          </p:cNvPr>
          <p:cNvSpPr txBox="1"/>
          <p:nvPr/>
        </p:nvSpPr>
        <p:spPr>
          <a:xfrm>
            <a:off x="10488487" y="1665675"/>
            <a:ext cx="1008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</a:t>
            </a:r>
            <a:r>
              <a:rPr kumimoji="1" lang="en-US" altLang="ko-KR" dirty="0" err="1"/>
              <a:t>fbx</a:t>
            </a:r>
            <a:r>
              <a:rPr kumimoji="1" lang="en-US" altLang="ko-KR" dirty="0"/>
              <a:t> file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483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A7F1C-E598-9D5A-128B-EA741D0E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Mixamo (4/4)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53A5E-CD87-18F6-8F43-91F7845D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Other functions in Mixamo</a:t>
            </a:r>
          </a:p>
          <a:p>
            <a:pPr lvl="1"/>
            <a:r>
              <a:rPr kumimoji="1" lang="en-US" altLang="ko-KR" dirty="0"/>
              <a:t>Uploading New Skin</a:t>
            </a:r>
          </a:p>
          <a:p>
            <a:pPr lvl="1"/>
            <a:r>
              <a:rPr kumimoji="1" lang="en-US" altLang="ko-KR" dirty="0"/>
              <a:t>Rigging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3CAB7-F4AF-FCB6-95B4-EB4D6DD0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84B6F1-0C1F-6E73-126B-DD4EBE8E4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1664998"/>
            <a:ext cx="6336704" cy="406825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187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849FF-C292-AFF8-7AE1-6FC73301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Importing FBX into Blender</a:t>
            </a:r>
            <a:endParaRPr kumimoji="1"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371553C-91D9-F3B2-ABCF-1336923BB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5400" y="1196752"/>
            <a:ext cx="7738694" cy="475332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34AE58-899B-9E80-A3CD-F9010133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951083-7B33-FE1A-C66A-A1B4B8757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502" y="1815504"/>
            <a:ext cx="2916129" cy="351581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644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94ED6-F26B-FD4C-6765-9E942938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Exporting Mesh and Animation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6BA28E-1AA9-CE6D-0D91-3B59CC012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124743"/>
            <a:ext cx="11043247" cy="504057"/>
          </a:xfrm>
        </p:spPr>
        <p:txBody>
          <a:bodyPr/>
          <a:lstStyle/>
          <a:p>
            <a:r>
              <a:rPr kumimoji="1" lang="en-US" altLang="ko-KR" dirty="0"/>
              <a:t>into various other formats: COLLADA (.</a:t>
            </a:r>
            <a:r>
              <a:rPr kumimoji="1" lang="en-US" altLang="ko-KR" dirty="0" err="1"/>
              <a:t>dae</a:t>
            </a:r>
            <a:r>
              <a:rPr kumimoji="1" lang="en-US" altLang="ko-KR" dirty="0"/>
              <a:t>), </a:t>
            </a:r>
            <a:r>
              <a:rPr kumimoji="1" lang="en-US" altLang="ko-KR" dirty="0" err="1"/>
              <a:t>gltf</a:t>
            </a:r>
            <a:r>
              <a:rPr kumimoji="1" lang="en-US" altLang="ko-KR" dirty="0"/>
              <a:t>, ...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08679E-05AE-6308-60F9-575E5A38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C85BB7-47AF-905E-5C3B-838DAD627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1628800"/>
            <a:ext cx="4968552" cy="437881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745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AE932-4BE0-6461-DA9C-129C3A37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Uploading New Character in Mixamo (1/6)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89388A-9FC3-CCA6-AC8B-9F22FE0EB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Internet</a:t>
            </a:r>
            <a:r>
              <a:rPr kumimoji="1" lang="ko-KR" altLang="en-US" dirty="0"/>
              <a:t>에서 적절한 </a:t>
            </a:r>
            <a:r>
              <a:rPr kumimoji="1" lang="en-US" altLang="ko-KR" dirty="0"/>
              <a:t>character mesh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search</a:t>
            </a:r>
          </a:p>
          <a:p>
            <a:pPr lvl="1"/>
            <a:r>
              <a:rPr kumimoji="1" lang="en-US" altLang="ko-KR" dirty="0"/>
              <a:t>ex) “low poly character free” in Google (polygon </a:t>
            </a:r>
            <a:r>
              <a:rPr kumimoji="1" lang="ko-KR" altLang="en-US" dirty="0"/>
              <a:t>수가 적은 무료 </a:t>
            </a:r>
            <a:r>
              <a:rPr kumimoji="1" lang="en-US" altLang="ko-KR" dirty="0"/>
              <a:t>character)</a:t>
            </a:r>
          </a:p>
          <a:p>
            <a:pPr lvl="1"/>
            <a:r>
              <a:rPr kumimoji="1" lang="en-US" altLang="ko-KR" dirty="0"/>
              <a:t>“Human Dude Guy”, </a:t>
            </a:r>
            <a:r>
              <a:rPr kumimoji="1" lang="en-US" altLang="ko-KR" dirty="0">
                <a:hlinkClick r:id="rId2"/>
              </a:rPr>
              <a:t>https://poly.pizza/m/83DpVkzvWk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Download FBX format</a:t>
            </a:r>
          </a:p>
          <a:p>
            <a:pPr lvl="1"/>
            <a:r>
              <a:rPr kumimoji="1" lang="ko-KR" altLang="en-US" dirty="0">
                <a:solidFill>
                  <a:srgbClr val="FF0000"/>
                </a:solidFill>
              </a:rPr>
              <a:t>주의</a:t>
            </a:r>
            <a:r>
              <a:rPr kumimoji="1" lang="en-US" altLang="ko-KR" dirty="0"/>
              <a:t>:</a:t>
            </a:r>
            <a:r>
              <a:rPr kumimoji="1" lang="ko-KR" altLang="en-US" dirty="0"/>
              <a:t> 좌우 대칭 자세인 것을 선택해야 함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CD7A68-B2C8-6BBC-BA54-9C7CD921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 descr="멀티미디어 소프트웨어, 스크린샷,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8F5350-08D8-4E4A-197D-055A19A5F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2996952"/>
            <a:ext cx="6048672" cy="312498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9021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0A5C-ABBE-FF70-BCC3-9F2B40DD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13497-4E88-7CB4-7918-B9C1292B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Uploading New Character in Mixamo (2/6)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B1C4B-AF23-FF13-AFA0-639FD5B2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Mixamo (</a:t>
            </a:r>
            <a:r>
              <a:rPr kumimoji="1" lang="en-US" altLang="ko-KR" dirty="0">
                <a:hlinkClick r:id="rId2"/>
              </a:rPr>
              <a:t>https://www.mixamo.com/</a:t>
            </a:r>
            <a:r>
              <a:rPr kumimoji="1" lang="en-US" altLang="ko-KR" dirty="0"/>
              <a:t>) 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login</a:t>
            </a:r>
          </a:p>
          <a:p>
            <a:r>
              <a:rPr kumimoji="1" lang="ko-KR" altLang="en-US" dirty="0"/>
              <a:t>오른쪽 </a:t>
            </a:r>
            <a:r>
              <a:rPr kumimoji="1" lang="en-US" altLang="ko-KR" dirty="0"/>
              <a:t>“UPLOAD CHARACTER” button click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6F8074-BA64-B460-963F-59380CBF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28304C-9F73-C1CD-9269-FBB682B29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132856"/>
            <a:ext cx="7772400" cy="40155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C0B2688-4002-D059-695E-A7B7697A5FB0}"/>
              </a:ext>
            </a:extLst>
          </p:cNvPr>
          <p:cNvSpPr/>
          <p:nvPr/>
        </p:nvSpPr>
        <p:spPr>
          <a:xfrm>
            <a:off x="8184231" y="3176972"/>
            <a:ext cx="1219673" cy="252028"/>
          </a:xfrm>
          <a:prstGeom prst="roundRect">
            <a:avLst/>
          </a:prstGeom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8" name="아래쪽 화살표[D] 7">
            <a:extLst>
              <a:ext uri="{FF2B5EF4-FFF2-40B4-BE49-F238E27FC236}">
                <a16:creationId xmlns:a16="http://schemas.microsoft.com/office/drawing/2014/main" id="{7827BE5A-5238-99F3-ACFB-4BCE47F6936F}"/>
              </a:ext>
            </a:extLst>
          </p:cNvPr>
          <p:cNvSpPr/>
          <p:nvPr/>
        </p:nvSpPr>
        <p:spPr>
          <a:xfrm rot="3963237">
            <a:off x="9505894" y="2924943"/>
            <a:ext cx="432048" cy="504056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09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AA90-5FCF-36CC-B382-AF89D279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77AEF59-7B5A-86B0-4638-91830858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43" y="1700808"/>
            <a:ext cx="7772400" cy="454080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9D113CC-6684-1113-A0A1-70557318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Uploading New Character in Mixamo (3/6)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E5A54-9BC4-DD6A-735A-42334FBBC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drop the FBX file (ex. human </a:t>
            </a:r>
            <a:r>
              <a:rPr kumimoji="1" lang="en-US" altLang="ko-KR" dirty="0" err="1"/>
              <a:t>dude.fbx</a:t>
            </a:r>
            <a:r>
              <a:rPr kumimoji="1" lang="en-US" altLang="ko-KR" dirty="0"/>
              <a:t>) to upload it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185F1-2DFE-BC09-DD47-E8F260E4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아래쪽 화살표[D] 7">
            <a:extLst>
              <a:ext uri="{FF2B5EF4-FFF2-40B4-BE49-F238E27FC236}">
                <a16:creationId xmlns:a16="http://schemas.microsoft.com/office/drawing/2014/main" id="{C7A43EA2-CB30-D08A-ED98-DE48A52C432C}"/>
              </a:ext>
            </a:extLst>
          </p:cNvPr>
          <p:cNvSpPr/>
          <p:nvPr/>
        </p:nvSpPr>
        <p:spPr>
          <a:xfrm rot="3963237">
            <a:off x="7492682" y="3460650"/>
            <a:ext cx="897081" cy="200062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634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BF60-D5B6-9496-2878-1E18D2F45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6E53D3B-852A-CC7F-AE29-4A0FE442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99" y="1731976"/>
            <a:ext cx="7416824" cy="464935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8ACC6B-71DA-E2F3-ADA6-07A96D3E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Uploading New Character in Mixamo (4/6)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25D65-3654-87B6-D6A5-A3E278C94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Character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AUTO-RIGGER </a:t>
            </a:r>
            <a:r>
              <a:rPr kumimoji="1" lang="ko-KR" altLang="en-US" dirty="0"/>
              <a:t>화면에 잘 보이게 배치된 것을 확인한 후 </a:t>
            </a:r>
            <a:r>
              <a:rPr kumimoji="1" lang="en-US" altLang="ko-KR" dirty="0"/>
              <a:t>“Next” button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98906-91F4-DCB5-3AB2-B703F870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아래쪽 화살표[D] 7">
            <a:extLst>
              <a:ext uri="{FF2B5EF4-FFF2-40B4-BE49-F238E27FC236}">
                <a16:creationId xmlns:a16="http://schemas.microsoft.com/office/drawing/2014/main" id="{26FB1922-8176-1B8F-0B21-0525D7BD8EC8}"/>
              </a:ext>
            </a:extLst>
          </p:cNvPr>
          <p:cNvSpPr/>
          <p:nvPr/>
        </p:nvSpPr>
        <p:spPr>
          <a:xfrm rot="3963237">
            <a:off x="9124728" y="5373627"/>
            <a:ext cx="599388" cy="104390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706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0749-5825-428F-49AA-D2398279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053C0-8A45-27D5-E84F-1C272401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Uploading New Character in Mixamo (5/6)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C70E9-647C-606C-C11C-EA0FC04E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AUTO-RIGGER</a:t>
            </a:r>
            <a:r>
              <a:rPr kumimoji="1" lang="ko-KR" altLang="en-US" dirty="0"/>
              <a:t>에서 목</a:t>
            </a:r>
            <a:r>
              <a:rPr kumimoji="1" lang="en-US" altLang="ko-KR" dirty="0"/>
              <a:t>,</a:t>
            </a:r>
            <a:r>
              <a:rPr kumimoji="1" lang="ko-KR" altLang="en-US" dirty="0"/>
              <a:t> 손목</a:t>
            </a:r>
            <a:r>
              <a:rPr kumimoji="1" lang="en-US" altLang="ko-KR" dirty="0"/>
              <a:t>,</a:t>
            </a:r>
            <a:r>
              <a:rPr kumimoji="1" lang="ko-KR" altLang="en-US" dirty="0"/>
              <a:t> 팔꿈치</a:t>
            </a:r>
            <a:r>
              <a:rPr kumimoji="1" lang="en-US" altLang="ko-KR" dirty="0"/>
              <a:t>,</a:t>
            </a:r>
            <a:r>
              <a:rPr kumimoji="1" lang="ko-KR" altLang="en-US" dirty="0"/>
              <a:t> 무릎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사타구니를 위치를 </a:t>
            </a:r>
            <a:r>
              <a:rPr kumimoji="1" lang="en-US" altLang="ko-KR" dirty="0"/>
              <a:t>mouse</a:t>
            </a:r>
            <a:r>
              <a:rPr kumimoji="1" lang="ko-KR" altLang="en-US" dirty="0"/>
              <a:t>로 잡아 줌</a:t>
            </a:r>
            <a:endParaRPr kumimoji="1" lang="en-US" altLang="ko-KR" dirty="0"/>
          </a:p>
          <a:p>
            <a:r>
              <a:rPr kumimoji="1" lang="en-US" altLang="ko-KR" dirty="0"/>
              <a:t>Skeleton </a:t>
            </a:r>
            <a:r>
              <a:rPr kumimoji="1" lang="ko-KR" altLang="en-US" dirty="0"/>
              <a:t>종류를 선택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standard</a:t>
            </a:r>
          </a:p>
          <a:p>
            <a:pPr lvl="1"/>
            <a:r>
              <a:rPr kumimoji="1" lang="en-US" altLang="ko-KR" dirty="0"/>
              <a:t>3 fingers</a:t>
            </a:r>
          </a:p>
          <a:p>
            <a:pPr lvl="1"/>
            <a:r>
              <a:rPr kumimoji="1" lang="en-US" altLang="ko-KR" dirty="0"/>
              <a:t>2 fingers</a:t>
            </a:r>
          </a:p>
          <a:p>
            <a:pPr lvl="1"/>
            <a:r>
              <a:rPr kumimoji="1" lang="en-US" altLang="ko-KR" dirty="0"/>
              <a:t>no fingers</a:t>
            </a:r>
          </a:p>
          <a:p>
            <a:r>
              <a:rPr kumimoji="1" lang="en-US" altLang="ko-KR" dirty="0"/>
              <a:t>“Next” button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28504-B280-BAC7-E1F1-7FAAFF4E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1B9FE0-093B-514E-BAB8-5FB4A41A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1628800"/>
            <a:ext cx="6984776" cy="43785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아래쪽 화살표[D] 8">
            <a:extLst>
              <a:ext uri="{FF2B5EF4-FFF2-40B4-BE49-F238E27FC236}">
                <a16:creationId xmlns:a16="http://schemas.microsoft.com/office/drawing/2014/main" id="{20B59421-5236-1C63-541F-4B5B50C0E91A}"/>
              </a:ext>
            </a:extLst>
          </p:cNvPr>
          <p:cNvSpPr/>
          <p:nvPr/>
        </p:nvSpPr>
        <p:spPr>
          <a:xfrm rot="1936181">
            <a:off x="8488624" y="4863886"/>
            <a:ext cx="599388" cy="104390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10" name="아래쪽 화살표[D] 9">
            <a:extLst>
              <a:ext uri="{FF2B5EF4-FFF2-40B4-BE49-F238E27FC236}">
                <a16:creationId xmlns:a16="http://schemas.microsoft.com/office/drawing/2014/main" id="{773DDDAF-98ED-05D6-E0C5-D1BC3C3AA389}"/>
              </a:ext>
            </a:extLst>
          </p:cNvPr>
          <p:cNvSpPr/>
          <p:nvPr/>
        </p:nvSpPr>
        <p:spPr>
          <a:xfrm rot="1936181">
            <a:off x="10827431" y="4843917"/>
            <a:ext cx="599388" cy="104390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748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A757-4462-7270-9BCA-E55A1213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017680-DF98-BB1C-63A0-501F4B9DD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15" y="1772816"/>
            <a:ext cx="7772400" cy="44129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DC93D4F-2DCF-E953-E3D5-1224C594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Uploading New Character in Mixamo (6/6)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E9D7A0-17B0-A651-90A0-BAD8F71C5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적절한 </a:t>
            </a:r>
            <a:r>
              <a:rPr kumimoji="1" lang="en-US" altLang="ko-KR" dirty="0"/>
              <a:t>animation clip</a:t>
            </a:r>
            <a:r>
              <a:rPr kumimoji="1" lang="ko-KR" altLang="en-US" dirty="0"/>
              <a:t>을 적용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“Download”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5B3338-0A24-CFC3-1BCE-0FFBD301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9" name="아래쪽 화살표[D] 8">
            <a:extLst>
              <a:ext uri="{FF2B5EF4-FFF2-40B4-BE49-F238E27FC236}">
                <a16:creationId xmlns:a16="http://schemas.microsoft.com/office/drawing/2014/main" id="{03B0354F-5AAB-46D8-6257-BD9A69CA835C}"/>
              </a:ext>
            </a:extLst>
          </p:cNvPr>
          <p:cNvSpPr/>
          <p:nvPr/>
        </p:nvSpPr>
        <p:spPr>
          <a:xfrm rot="3484035">
            <a:off x="9546692" y="1487319"/>
            <a:ext cx="599388" cy="104390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B9EBAC0-D003-4B8E-3572-DF93C1B3D020}"/>
              </a:ext>
            </a:extLst>
          </p:cNvPr>
          <p:cNvSpPr/>
          <p:nvPr/>
        </p:nvSpPr>
        <p:spPr>
          <a:xfrm>
            <a:off x="1611437" y="4365104"/>
            <a:ext cx="1532235" cy="1964682"/>
          </a:xfrm>
          <a:prstGeom prst="roundRect">
            <a:avLst/>
          </a:prstGeom>
          <a:ln w="381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3435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EyYfx3OmhATBfnFJF70RT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yTjGoKkDx7872bNophISu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J2ZZJRYtHT4YRfL83qtV"/>
</p:tagLst>
</file>

<file path=ppt/theme/theme1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89244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75000"/>
            </a:schemeClr>
          </a:solidFill>
        </a:ln>
      </a:spPr>
      <a:bodyPr wrap="square">
        <a:noAutofit/>
      </a:bodyPr>
      <a:lstStyle>
        <a:defPPr algn="l">
          <a:defRPr b="1" dirty="0" smtClean="0">
            <a:solidFill>
              <a:srgbClr val="9B2393"/>
            </a:solidFill>
            <a:latin typeface="Menlo" panose="020B0609030804020204" pitchFamily="49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12843</TotalTime>
  <Words>1102</Words>
  <Application>Microsoft Macintosh PowerPoint</Application>
  <PresentationFormat>와이드스크린</PresentationFormat>
  <Paragraphs>112</Paragraphs>
  <Slides>15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시스템 서체 일반체</vt:lpstr>
      <vt:lpstr>Arial</vt:lpstr>
      <vt:lpstr>Menlo</vt:lpstr>
      <vt:lpstr>Tahoma</vt:lpstr>
      <vt:lpstr>Wingdings</vt:lpstr>
      <vt:lpstr>Office 테마</vt:lpstr>
      <vt:lpstr>11_2 Skeletal Animation</vt:lpstr>
      <vt:lpstr>Components of Skeletal Animated Model</vt:lpstr>
      <vt:lpstr>Hierarchical Structure of Bones</vt:lpstr>
      <vt:lpstr>Mixamo (1/4)</vt:lpstr>
      <vt:lpstr>Mixamo (2/4)</vt:lpstr>
      <vt:lpstr>Mixamo (3/4)</vt:lpstr>
      <vt:lpstr>Mixamo (4/4)</vt:lpstr>
      <vt:lpstr>Importing FBX into Blender</vt:lpstr>
      <vt:lpstr>Exporting Mesh and Animation</vt:lpstr>
      <vt:lpstr>Uploading New Character in Mixamo (1/6)</vt:lpstr>
      <vt:lpstr>Uploading New Character in Mixamo (2/6)</vt:lpstr>
      <vt:lpstr>Uploading New Character in Mixamo (3/6)</vt:lpstr>
      <vt:lpstr>Uploading New Character in Mixamo (4/6)</vt:lpstr>
      <vt:lpstr>Uploading New Character in Mixamo (5/6)</vt:lpstr>
      <vt:lpstr>Uploading New Character in Mixamo (6/6)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이인권</cp:lastModifiedBy>
  <cp:revision>669</cp:revision>
  <dcterms:created xsi:type="dcterms:W3CDTF">2006-10-05T04:04:58Z</dcterms:created>
  <dcterms:modified xsi:type="dcterms:W3CDTF">2025-05-20T04:22:52Z</dcterms:modified>
</cp:coreProperties>
</file>