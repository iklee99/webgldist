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1"/>
  </p:notesMasterIdLst>
  <p:sldIdLst>
    <p:sldId id="258" r:id="rId2"/>
    <p:sldId id="306" r:id="rId3"/>
    <p:sldId id="307" r:id="rId4"/>
    <p:sldId id="308" r:id="rId5"/>
    <p:sldId id="309" r:id="rId6"/>
    <p:sldId id="310" r:id="rId7"/>
    <p:sldId id="313" r:id="rId8"/>
    <p:sldId id="311" r:id="rId9"/>
    <p:sldId id="312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7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41"/>
    <p:restoredTop sz="78503"/>
  </p:normalViewPr>
  <p:slideViewPr>
    <p:cSldViewPr>
      <p:cViewPr varScale="1">
        <p:scale>
          <a:sx n="95" d="100"/>
          <a:sy n="95" d="100"/>
        </p:scale>
        <p:origin x="1824" y="16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58EF9E-F90D-3644-932C-1F90C8EF183B}" type="datetimeFigureOut">
              <a:rPr kumimoji="1" lang="ko-KR" altLang="en-US" smtClean="0"/>
              <a:t>2025. 5. 19.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ko-KR" altLang="en-US"/>
              <a:t>마스터 텍스트 스타일 편집
둘째 수준
셋째 수준
넷째 수준
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5CD10E-49FF-8C40-B7F3-CA6239B459A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47191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458788" y="720725"/>
            <a:ext cx="6399212" cy="3600450"/>
          </a:xfrm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ko-KR" dirty="0"/>
          </a:p>
        </p:txBody>
      </p:sp>
      <p:sp>
        <p:nvSpPr>
          <p:cNvPr id="18436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 eaLnBrk="0" hangingPunct="0">
              <a:defRPr sz="1400" b="1">
                <a:solidFill>
                  <a:schemeClr val="tx1"/>
                </a:solidFill>
                <a:latin typeface="Verdana" pitchFamily="34" charset="0"/>
              </a:defRPr>
            </a:lvl1pPr>
            <a:lvl2pPr marL="742950" indent="-285750" defTabSz="966788" eaLnBrk="0" hangingPunct="0">
              <a:defRPr sz="1400" b="1">
                <a:solidFill>
                  <a:schemeClr val="tx1"/>
                </a:solidFill>
                <a:latin typeface="Verdana" pitchFamily="34" charset="0"/>
              </a:defRPr>
            </a:lvl2pPr>
            <a:lvl3pPr marL="1143000" indent="-228600" defTabSz="966788" eaLnBrk="0" hangingPunct="0">
              <a:defRPr sz="1400" b="1">
                <a:solidFill>
                  <a:schemeClr val="tx1"/>
                </a:solidFill>
                <a:latin typeface="Verdana" pitchFamily="34" charset="0"/>
              </a:defRPr>
            </a:lvl3pPr>
            <a:lvl4pPr marL="1600200" indent="-228600" defTabSz="966788" eaLnBrk="0" hangingPunct="0">
              <a:defRPr sz="1400" b="1">
                <a:solidFill>
                  <a:schemeClr val="tx1"/>
                </a:solidFill>
                <a:latin typeface="Verdana" pitchFamily="34" charset="0"/>
              </a:defRPr>
            </a:lvl4pPr>
            <a:lvl5pPr marL="2057400" indent="-228600" defTabSz="966788" eaLnBrk="0" hangingPunct="0">
              <a:defRPr sz="1400" b="1">
                <a:solidFill>
                  <a:schemeClr val="tx1"/>
                </a:solidFill>
                <a:latin typeface="Verdana" pitchFamily="34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Verdana" pitchFamily="34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Verdana" pitchFamily="34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Verdana" pitchFamily="34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Verdana" pitchFamily="34" charset="0"/>
              </a:defRPr>
            </a:lvl9pPr>
          </a:lstStyle>
          <a:p>
            <a:pPr eaLnBrk="1" hangingPunct="1"/>
            <a:fld id="{3A0F5561-95EA-4E98-8993-BD80966AED35}" type="slidenum">
              <a:rPr lang="en-US" sz="1300" b="0" smtClean="0"/>
              <a:pPr eaLnBrk="1" hangingPunct="1"/>
              <a:t>1</a:t>
            </a:fld>
            <a:endParaRPr lang="en-US" sz="1300" b="0"/>
          </a:p>
        </p:txBody>
      </p:sp>
    </p:spTree>
    <p:extLst>
      <p:ext uri="{BB962C8B-B14F-4D97-AF65-F5344CB8AC3E}">
        <p14:creationId xmlns:p14="http://schemas.microsoft.com/office/powerpoint/2010/main" val="22240353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Skeletal animated model</a:t>
            </a:r>
            <a:r>
              <a:rPr kumimoji="1" lang="ko-KR" altLang="en-US" dirty="0"/>
              <a:t>의 구성 요소는 </a:t>
            </a:r>
            <a:r>
              <a:rPr kumimoji="1" lang="en-US" altLang="ko-KR" dirty="0"/>
              <a:t>Skin</a:t>
            </a:r>
            <a:r>
              <a:rPr kumimoji="1" lang="ko-KR" altLang="en-US" dirty="0"/>
              <a:t>과 </a:t>
            </a:r>
            <a:r>
              <a:rPr kumimoji="1" lang="en-US" altLang="ko-KR" dirty="0"/>
              <a:t>Bone</a:t>
            </a:r>
            <a:r>
              <a:rPr kumimoji="1" lang="ko-KR" altLang="en-US" dirty="0"/>
              <a:t>들 입니다</a:t>
            </a:r>
            <a:r>
              <a:rPr kumimoji="1" lang="en-US" altLang="ko-KR" dirty="0"/>
              <a:t>.</a:t>
            </a:r>
            <a:r>
              <a:rPr kumimoji="1" lang="ko-KR" altLang="en-US" dirty="0"/>
              <a:t> </a:t>
            </a:r>
            <a:endParaRPr kumimoji="1" lang="en-US" altLang="ko-KR" dirty="0"/>
          </a:p>
          <a:p>
            <a:r>
              <a:rPr kumimoji="1" lang="en-US" altLang="ko-KR" dirty="0"/>
              <a:t>Blender</a:t>
            </a:r>
            <a:r>
              <a:rPr kumimoji="1" lang="ko-KR" altLang="en-US" dirty="0"/>
              <a:t>와 같은 </a:t>
            </a:r>
            <a:r>
              <a:rPr kumimoji="1" lang="en-US" altLang="ko-KR" dirty="0"/>
              <a:t>tool </a:t>
            </a:r>
            <a:r>
              <a:rPr kumimoji="1" lang="ko-KR" altLang="en-US" dirty="0"/>
              <a:t>에서는 가장 먼저 </a:t>
            </a:r>
            <a:r>
              <a:rPr kumimoji="1" lang="en-US" altLang="ko-KR" dirty="0"/>
              <a:t>character</a:t>
            </a:r>
            <a:r>
              <a:rPr kumimoji="1" lang="ko-KR" altLang="en-US" dirty="0"/>
              <a:t>의 겉모양을 나타내는 </a:t>
            </a:r>
            <a:r>
              <a:rPr kumimoji="1" lang="en-US" altLang="ko-KR" dirty="0"/>
              <a:t>geometry</a:t>
            </a:r>
            <a:r>
              <a:rPr kumimoji="1" lang="ko-KR" altLang="en-US" dirty="0"/>
              <a:t>인 </a:t>
            </a:r>
            <a:r>
              <a:rPr kumimoji="1" lang="en-US" altLang="ko-KR" dirty="0"/>
              <a:t>Skin</a:t>
            </a:r>
            <a:r>
              <a:rPr kumimoji="1" lang="ko-KR" altLang="en-US" dirty="0"/>
              <a:t>을 만듭니다</a:t>
            </a:r>
            <a:r>
              <a:rPr kumimoji="1" lang="en-US" altLang="ko-KR" dirty="0"/>
              <a:t>.</a:t>
            </a:r>
            <a:r>
              <a:rPr kumimoji="1" lang="ko-KR" altLang="en-US" dirty="0"/>
              <a:t> </a:t>
            </a:r>
            <a:endParaRPr kumimoji="1" lang="en-US" altLang="ko-KR" dirty="0"/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Skin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맞는 뼈대를 구성하는 </a:t>
            </a:r>
            <a:r>
              <a:rPr kumimoji="1" lang="en-US" altLang="ko-KR" dirty="0"/>
              <a:t>Bone</a:t>
            </a:r>
            <a:r>
              <a:rPr kumimoji="1" lang="ko-KR" altLang="en-US" dirty="0"/>
              <a:t>들을 새로 만들거나 이미 존재하는 </a:t>
            </a:r>
            <a:r>
              <a:rPr kumimoji="1" lang="en-US" altLang="ko-KR" dirty="0"/>
              <a:t>Bone </a:t>
            </a:r>
            <a:r>
              <a:rPr kumimoji="1" lang="ko-KR" altLang="en-US" dirty="0"/>
              <a:t>구조를 </a:t>
            </a:r>
            <a:r>
              <a:rPr kumimoji="1" lang="en-US" altLang="ko-KR" dirty="0"/>
              <a:t>Skin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맞도록 적절히 </a:t>
            </a:r>
            <a:r>
              <a:rPr kumimoji="1" lang="en-US" altLang="ko-KR" dirty="0"/>
              <a:t>scaling </a:t>
            </a:r>
            <a:r>
              <a:rPr kumimoji="1" lang="ko-KR" altLang="en-US" dirty="0"/>
              <a:t>합니다</a:t>
            </a:r>
            <a:r>
              <a:rPr kumimoji="1" lang="en-US" altLang="ko-KR" dirty="0"/>
              <a:t>.</a:t>
            </a:r>
            <a:r>
              <a:rPr kumimoji="1" lang="ko-KR" altLang="en-US" dirty="0"/>
              <a:t> </a:t>
            </a:r>
            <a:endParaRPr kumimoji="1" lang="en-US" altLang="ko-KR" dirty="0"/>
          </a:p>
          <a:p>
            <a:r>
              <a:rPr kumimoji="1" lang="en-US" altLang="ko-KR" dirty="0"/>
              <a:t>Skin</a:t>
            </a:r>
            <a:r>
              <a:rPr kumimoji="1" lang="ko-KR" altLang="en-US" dirty="0"/>
              <a:t>과 </a:t>
            </a:r>
            <a:r>
              <a:rPr kumimoji="1" lang="en-US" altLang="ko-KR" dirty="0"/>
              <a:t>Bone</a:t>
            </a:r>
            <a:r>
              <a:rPr kumimoji="1" lang="ko-KR" altLang="en-US" dirty="0"/>
              <a:t>이 완성되면</a:t>
            </a:r>
            <a:r>
              <a:rPr kumimoji="1" lang="en-US" altLang="ko-KR" dirty="0"/>
              <a:t>,</a:t>
            </a:r>
            <a:r>
              <a:rPr kumimoji="1" lang="ko-KR" altLang="en-US" dirty="0"/>
              <a:t> 이 두가지를 </a:t>
            </a:r>
            <a:r>
              <a:rPr kumimoji="1" lang="en-US" altLang="ko-KR" dirty="0"/>
              <a:t>mapping</a:t>
            </a:r>
            <a:r>
              <a:rPr kumimoji="1" lang="ko-KR" altLang="en-US" dirty="0"/>
              <a:t>합니다</a:t>
            </a:r>
            <a:r>
              <a:rPr kumimoji="1" lang="en-US" altLang="ko-KR" dirty="0"/>
              <a:t>.</a:t>
            </a:r>
            <a:r>
              <a:rPr kumimoji="1" lang="ko-KR" altLang="en-US" dirty="0"/>
              <a:t> </a:t>
            </a:r>
            <a:endParaRPr kumimoji="1" lang="en-US" altLang="ko-KR" dirty="0"/>
          </a:p>
          <a:p>
            <a:r>
              <a:rPr kumimoji="1" lang="en-US" altLang="ko-KR" dirty="0"/>
              <a:t>Bone</a:t>
            </a:r>
            <a:r>
              <a:rPr kumimoji="1" lang="ko-KR" altLang="en-US" dirty="0"/>
              <a:t>의 </a:t>
            </a:r>
            <a:r>
              <a:rPr kumimoji="1" lang="en-US" altLang="ko-KR" dirty="0"/>
              <a:t>joint angle</a:t>
            </a:r>
            <a:r>
              <a:rPr kumimoji="1" lang="ko-KR" altLang="en-US" dirty="0"/>
              <a:t>값들에 변화를 주면 </a:t>
            </a:r>
            <a:r>
              <a:rPr kumimoji="1" lang="en-US" altLang="ko-KR" dirty="0"/>
              <a:t>mapping</a:t>
            </a:r>
            <a:r>
              <a:rPr kumimoji="1" lang="ko-KR" altLang="en-US" dirty="0"/>
              <a:t>되어 있는 </a:t>
            </a:r>
            <a:r>
              <a:rPr kumimoji="1" lang="en-US" altLang="ko-KR" dirty="0"/>
              <a:t>Skin mesh</a:t>
            </a:r>
            <a:r>
              <a:rPr kumimoji="1" lang="ko-KR" altLang="en-US" dirty="0"/>
              <a:t>들도 따라서 </a:t>
            </a:r>
            <a:r>
              <a:rPr kumimoji="1" lang="en-US" altLang="ko-KR" dirty="0"/>
              <a:t>deformation </a:t>
            </a:r>
            <a:r>
              <a:rPr kumimoji="1" lang="ko-KR" altLang="en-US" dirty="0"/>
              <a:t>됩니다</a:t>
            </a:r>
            <a:r>
              <a:rPr kumimoji="1" lang="en-US" altLang="ko-KR" dirty="0"/>
              <a:t>.</a:t>
            </a:r>
            <a:r>
              <a:rPr kumimoji="1" lang="ko-KR" altLang="en-US" dirty="0"/>
              <a:t> </a:t>
            </a:r>
            <a:endParaRPr kumimoji="1" lang="en-US" altLang="ko-KR" dirty="0"/>
          </a:p>
          <a:p>
            <a:r>
              <a:rPr kumimoji="1" lang="ko-KR" altLang="en-US" dirty="0"/>
              <a:t>이와 같이 </a:t>
            </a:r>
            <a:r>
              <a:rPr kumimoji="1" lang="en-US" altLang="ko-KR" dirty="0"/>
              <a:t>Bone</a:t>
            </a:r>
            <a:r>
              <a:rPr kumimoji="1" lang="ko-KR" altLang="en-US" dirty="0"/>
              <a:t>과 </a:t>
            </a:r>
            <a:r>
              <a:rPr kumimoji="1" lang="en-US" altLang="ko-KR" dirty="0"/>
              <a:t>Skin mesh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mapping</a:t>
            </a:r>
            <a:r>
              <a:rPr kumimoji="1" lang="ko-KR" altLang="en-US" dirty="0"/>
              <a:t>하는 과정을 </a:t>
            </a:r>
            <a:r>
              <a:rPr kumimoji="1" lang="en-US" altLang="ko-KR" dirty="0"/>
              <a:t>“Rigging” </a:t>
            </a:r>
            <a:r>
              <a:rPr kumimoji="1" lang="ko-KR" altLang="en-US" dirty="0"/>
              <a:t>이라 부릅니다</a:t>
            </a:r>
            <a:r>
              <a:rPr kumimoji="1" lang="en-US" altLang="ko-KR" dirty="0"/>
              <a:t>.</a:t>
            </a:r>
            <a:r>
              <a:rPr kumimoji="1" lang="ko-KR" altLang="en-US" dirty="0"/>
              <a:t> </a:t>
            </a:r>
            <a:endParaRPr kumimoji="1" lang="en-US" altLang="ko-KR" dirty="0"/>
          </a:p>
          <a:p>
            <a:endParaRPr kumimoji="1" lang="en-US" altLang="ko-KR" dirty="0"/>
          </a:p>
          <a:p>
            <a:r>
              <a:rPr kumimoji="1" lang="en" altLang="ko-KR" dirty="0"/>
              <a:t>The components of a Skeletal animated model are the Skin and Bones. </a:t>
            </a:r>
          </a:p>
          <a:p>
            <a:r>
              <a:rPr kumimoji="1" lang="en" altLang="ko-KR" dirty="0"/>
              <a:t>In a tool like Blender, you first create a Skin, which is the geometry that represents the outward appearance of your character. </a:t>
            </a:r>
          </a:p>
          <a:p>
            <a:r>
              <a:rPr kumimoji="1" lang="en" altLang="ko-KR" dirty="0"/>
              <a:t>Next, you create the Bones that make up the skeleton to fit the Skin, either by creating new Bones or scaling an existing bone structure to fit the Skin appropriately. </a:t>
            </a:r>
          </a:p>
          <a:p>
            <a:r>
              <a:rPr kumimoji="1" lang="en" altLang="ko-KR" dirty="0"/>
              <a:t>Once you have your Skin and Bones, map them together. </a:t>
            </a:r>
          </a:p>
          <a:p>
            <a:r>
              <a:rPr kumimoji="1" lang="en" altLang="ko-KR" dirty="0"/>
              <a:t>If you change the joint angle values of the Bones, the Skin meshes that they are mapped to will deform accordingly. </a:t>
            </a:r>
          </a:p>
          <a:p>
            <a:r>
              <a:rPr kumimoji="1" lang="en" altLang="ko-KR" dirty="0"/>
              <a:t>This process of mapping the Bone and Skin meshes is called "rigging". </a:t>
            </a:r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2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4212102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skeleton</a:t>
            </a:r>
            <a:r>
              <a:rPr kumimoji="1" lang="ko-KR" altLang="en-US" dirty="0"/>
              <a:t>의 노드들의 구조도 입니다</a:t>
            </a:r>
            <a:r>
              <a:rPr kumimoji="1" lang="en-US" altLang="ko-KR" dirty="0"/>
              <a:t>.</a:t>
            </a:r>
            <a:r>
              <a:rPr kumimoji="1" lang="ko-KR" altLang="en-US" dirty="0"/>
              <a:t> </a:t>
            </a:r>
            <a:endParaRPr kumimoji="1" lang="en-US" altLang="ko-KR" dirty="0"/>
          </a:p>
          <a:p>
            <a:r>
              <a:rPr kumimoji="1" lang="en-US" altLang="ko-KR" dirty="0" err="1"/>
              <a:t>HIp</a:t>
            </a:r>
            <a:r>
              <a:rPr kumimoji="1" lang="en-US" altLang="ko-KR" dirty="0"/>
              <a:t> joint</a:t>
            </a:r>
            <a:r>
              <a:rPr kumimoji="1" lang="ko-KR" altLang="en-US" dirty="0"/>
              <a:t>가 </a:t>
            </a:r>
            <a:r>
              <a:rPr kumimoji="1" lang="en-US" altLang="ko-KR" dirty="0"/>
              <a:t>root</a:t>
            </a:r>
            <a:r>
              <a:rPr kumimoji="1" lang="ko-KR" altLang="en-US" dirty="0"/>
              <a:t>인 </a:t>
            </a:r>
            <a:r>
              <a:rPr kumimoji="1" lang="en-US" altLang="ko-KR" dirty="0"/>
              <a:t>pelvis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나타내며</a:t>
            </a:r>
            <a:r>
              <a:rPr kumimoji="1" lang="en-US" altLang="ko-KR" dirty="0"/>
              <a:t>,</a:t>
            </a:r>
            <a:r>
              <a:rPr kumimoji="1" lang="ko-KR" altLang="en-US" dirty="0"/>
              <a:t> </a:t>
            </a:r>
            <a:r>
              <a:rPr kumimoji="1" lang="en-US" altLang="ko-KR" dirty="0"/>
              <a:t>root</a:t>
            </a:r>
            <a:r>
              <a:rPr kumimoji="1" lang="ko-KR" altLang="en-US" dirty="0"/>
              <a:t>로 </a:t>
            </a:r>
            <a:r>
              <a:rPr kumimoji="1" lang="ko-KR" altLang="en-US" dirty="0" err="1"/>
              <a:t>부터</a:t>
            </a:r>
            <a:r>
              <a:rPr kumimoji="1" lang="ko-KR" altLang="en-US" dirty="0"/>
              <a:t> 두 다리와 가슴이 세개의 자식 노드로 구성됩니다</a:t>
            </a:r>
            <a:r>
              <a:rPr kumimoji="1" lang="en-US" altLang="ko-KR" dirty="0"/>
              <a:t>.</a:t>
            </a:r>
            <a:r>
              <a:rPr kumimoji="1" lang="ko-KR" altLang="en-US" dirty="0"/>
              <a:t> </a:t>
            </a:r>
            <a:endParaRPr kumimoji="1" lang="en-US" altLang="ko-KR" dirty="0"/>
          </a:p>
          <a:p>
            <a:endParaRPr kumimoji="1" lang="en-US" altLang="ko-KR" dirty="0"/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3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9094485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Blender</a:t>
            </a:r>
            <a:r>
              <a:rPr kumimoji="1" lang="ko-KR" altLang="en-US" dirty="0"/>
              <a:t>와 같은 </a:t>
            </a:r>
            <a:r>
              <a:rPr kumimoji="1" lang="en-US" altLang="ko-KR" dirty="0"/>
              <a:t>software</a:t>
            </a:r>
            <a:r>
              <a:rPr kumimoji="1" lang="ko-KR" altLang="en-US" dirty="0"/>
              <a:t>에서 </a:t>
            </a:r>
            <a:r>
              <a:rPr kumimoji="1" lang="en-US" altLang="ko-KR" dirty="0"/>
              <a:t>skin</a:t>
            </a:r>
            <a:r>
              <a:rPr kumimoji="1" lang="ko-KR" altLang="en-US" dirty="0"/>
              <a:t>과 </a:t>
            </a:r>
            <a:r>
              <a:rPr kumimoji="1" lang="en-US" altLang="ko-KR" dirty="0"/>
              <a:t>bone </a:t>
            </a:r>
            <a:r>
              <a:rPr kumimoji="1" lang="ko-KR" altLang="en-US" dirty="0"/>
              <a:t>계층구조를 만들어 내는 것은 쉬운 일이 아닙니다</a:t>
            </a:r>
            <a:r>
              <a:rPr kumimoji="1" lang="en-US" altLang="ko-KR" dirty="0"/>
              <a:t>.</a:t>
            </a:r>
            <a:r>
              <a:rPr kumimoji="1" lang="ko-KR" altLang="en-US" dirty="0"/>
              <a:t> </a:t>
            </a:r>
            <a:endParaRPr kumimoji="1" lang="en-US" altLang="ko-KR" dirty="0"/>
          </a:p>
          <a:p>
            <a:r>
              <a:rPr kumimoji="1" lang="en-US" altLang="ko-KR" dirty="0" err="1"/>
              <a:t>Mixamo</a:t>
            </a:r>
            <a:r>
              <a:rPr kumimoji="1" lang="en-US" altLang="ko-KR" dirty="0"/>
              <a:t> site</a:t>
            </a:r>
            <a:r>
              <a:rPr kumimoji="1" lang="ko-KR" altLang="en-US" dirty="0"/>
              <a:t>에서는 다양한 </a:t>
            </a:r>
            <a:r>
              <a:rPr kumimoji="1" lang="en-US" altLang="ko-KR" dirty="0"/>
              <a:t>character skin</a:t>
            </a:r>
            <a:r>
              <a:rPr kumimoji="1" lang="ko-KR" altLang="en-US" dirty="0"/>
              <a:t>과 </a:t>
            </a:r>
            <a:r>
              <a:rPr kumimoji="1" lang="en-US" altLang="ko-KR" dirty="0"/>
              <a:t>animation clip</a:t>
            </a:r>
            <a:r>
              <a:rPr kumimoji="1" lang="ko-KR" altLang="en-US" dirty="0"/>
              <a:t>을 제공되며</a:t>
            </a:r>
            <a:r>
              <a:rPr kumimoji="1" lang="en-US" altLang="ko-KR" dirty="0"/>
              <a:t>,</a:t>
            </a:r>
            <a:r>
              <a:rPr kumimoji="1" lang="ko-KR" altLang="en-US" dirty="0"/>
              <a:t> 이를 </a:t>
            </a:r>
            <a:r>
              <a:rPr kumimoji="1" lang="en-US" altLang="ko-KR" dirty="0"/>
              <a:t>download</a:t>
            </a:r>
            <a:r>
              <a:rPr kumimoji="1" lang="ko-KR" altLang="en-US" dirty="0"/>
              <a:t> 받아 </a:t>
            </a:r>
            <a:r>
              <a:rPr kumimoji="1" lang="en-US" altLang="ko-KR" dirty="0"/>
              <a:t>Blender</a:t>
            </a:r>
            <a:r>
              <a:rPr kumimoji="1" lang="ko-KR" altLang="en-US" dirty="0"/>
              <a:t>나 </a:t>
            </a:r>
            <a:r>
              <a:rPr kumimoji="1" lang="en-US" altLang="ko-KR" dirty="0"/>
              <a:t>API programming</a:t>
            </a:r>
            <a:r>
              <a:rPr kumimoji="1" lang="ko-KR" altLang="en-US" dirty="0"/>
              <a:t>에서 이용할 수 있습니다</a:t>
            </a:r>
            <a:r>
              <a:rPr kumimoji="1" lang="en-US" altLang="ko-KR" dirty="0"/>
              <a:t>.</a:t>
            </a:r>
            <a:r>
              <a:rPr kumimoji="1" lang="ko-KR" altLang="en-US" dirty="0"/>
              <a:t> </a:t>
            </a:r>
            <a:endParaRPr kumimoji="1" lang="en-US" altLang="ko-KR" dirty="0"/>
          </a:p>
          <a:p>
            <a:r>
              <a:rPr kumimoji="1" lang="ko-KR" altLang="en-US" dirty="0"/>
              <a:t>먼저 위쪽 </a:t>
            </a:r>
            <a:r>
              <a:rPr kumimoji="1" lang="en-US" altLang="ko-KR" dirty="0"/>
              <a:t>bar</a:t>
            </a:r>
            <a:r>
              <a:rPr kumimoji="1" lang="ko-KR" altLang="en-US" dirty="0"/>
              <a:t>에서 </a:t>
            </a:r>
            <a:r>
              <a:rPr kumimoji="1" lang="en-US" altLang="ko-KR" dirty="0"/>
              <a:t>“Characters” tab</a:t>
            </a:r>
            <a:r>
              <a:rPr kumimoji="1" lang="ko-KR" altLang="en-US" dirty="0"/>
              <a:t>을 선택하면 다양한 </a:t>
            </a:r>
            <a:r>
              <a:rPr kumimoji="1" lang="en-US" altLang="ko-KR" dirty="0"/>
              <a:t>character skin</a:t>
            </a:r>
            <a:r>
              <a:rPr kumimoji="1" lang="ko-KR" altLang="en-US" dirty="0"/>
              <a:t>을 선택할 수 있습니다</a:t>
            </a:r>
            <a:r>
              <a:rPr kumimoji="1" lang="en-US" altLang="ko-KR" dirty="0"/>
              <a:t>.</a:t>
            </a:r>
            <a:r>
              <a:rPr kumimoji="1" lang="ko-KR" altLang="en-US" dirty="0"/>
              <a:t> </a:t>
            </a:r>
            <a:endParaRPr kumimoji="1" lang="en-US" altLang="ko-KR" dirty="0"/>
          </a:p>
          <a:p>
            <a:endParaRPr kumimoji="1" lang="en-US" altLang="ko-KR" dirty="0"/>
          </a:p>
          <a:p>
            <a:r>
              <a:rPr kumimoji="1" lang="en" altLang="ko-KR" dirty="0"/>
              <a:t>Creating a skin and bone hierarchy in software like Blender is not an easy task. </a:t>
            </a:r>
          </a:p>
          <a:p>
            <a:r>
              <a:rPr kumimoji="1" lang="en" altLang="ko-KR" dirty="0"/>
              <a:t>The </a:t>
            </a:r>
            <a:r>
              <a:rPr kumimoji="1" lang="en" altLang="ko-KR" dirty="0" err="1"/>
              <a:t>Mixamo</a:t>
            </a:r>
            <a:r>
              <a:rPr kumimoji="1" lang="en" altLang="ko-KR" dirty="0"/>
              <a:t> site provides various character skins and animation clips, which you can download and use in Blender or API programming. </a:t>
            </a:r>
          </a:p>
          <a:p>
            <a:r>
              <a:rPr kumimoji="1" lang="en" altLang="ko-KR" dirty="0"/>
              <a:t>First, select the "Characters" tab from the top bar, and you can choose from a variety of character skins. </a:t>
            </a:r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4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4247938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animations tab</a:t>
            </a:r>
            <a:r>
              <a:rPr kumimoji="1" lang="ko-KR" altLang="en-US" dirty="0" err="1"/>
              <a:t>으로</a:t>
            </a:r>
            <a:r>
              <a:rPr kumimoji="1" lang="ko-KR" altLang="en-US" dirty="0"/>
              <a:t> 가면 짧은 </a:t>
            </a:r>
            <a:r>
              <a:rPr kumimoji="1" lang="en-US" altLang="ko-KR" dirty="0"/>
              <a:t>animation clip</a:t>
            </a:r>
            <a:r>
              <a:rPr kumimoji="1" lang="ko-KR" altLang="en-US" dirty="0"/>
              <a:t>들 중에 하나를 선택하여 우리가 먼저 골랐던 </a:t>
            </a:r>
            <a:r>
              <a:rPr kumimoji="1" lang="en-US" altLang="ko-KR" dirty="0"/>
              <a:t>character skin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적용할 수 있습니다</a:t>
            </a:r>
            <a:r>
              <a:rPr kumimoji="1" lang="en-US" altLang="ko-KR" dirty="0"/>
              <a:t>.</a:t>
            </a:r>
            <a:r>
              <a:rPr kumimoji="1" lang="ko-KR" altLang="en-US" dirty="0"/>
              <a:t> </a:t>
            </a:r>
            <a:endParaRPr kumimoji="1" lang="en-US" altLang="ko-KR" dirty="0"/>
          </a:p>
          <a:p>
            <a:r>
              <a:rPr kumimoji="1" lang="ko-KR" altLang="en-US" dirty="0"/>
              <a:t>오른쪽에 보이는 </a:t>
            </a:r>
            <a:r>
              <a:rPr kumimoji="1" lang="en-US" altLang="ko-KR" dirty="0"/>
              <a:t>slider bar</a:t>
            </a:r>
            <a:r>
              <a:rPr kumimoji="1" lang="ko-KR" altLang="en-US" dirty="0"/>
              <a:t>에서 </a:t>
            </a:r>
            <a:r>
              <a:rPr kumimoji="1" lang="en-US" altLang="ko-KR" dirty="0"/>
              <a:t>animation </a:t>
            </a:r>
            <a:r>
              <a:rPr kumimoji="1" lang="ko-KR" altLang="en-US" dirty="0"/>
              <a:t>동작의 강약 등의 </a:t>
            </a:r>
            <a:r>
              <a:rPr kumimoji="1" lang="en-US" altLang="ko-KR" dirty="0"/>
              <a:t>property</a:t>
            </a:r>
            <a:r>
              <a:rPr kumimoji="1" lang="ko-KR" altLang="en-US" dirty="0"/>
              <a:t>들을 선택할 수 있습니다</a:t>
            </a:r>
            <a:r>
              <a:rPr kumimoji="1" lang="en-US" altLang="ko-KR" dirty="0"/>
              <a:t>.</a:t>
            </a:r>
            <a:r>
              <a:rPr kumimoji="1" lang="ko-KR" altLang="en-US" dirty="0"/>
              <a:t> </a:t>
            </a:r>
            <a:endParaRPr kumimoji="1" lang="en-US" altLang="ko-KR" dirty="0"/>
          </a:p>
          <a:p>
            <a:endParaRPr kumimoji="1" lang="en-US" altLang="ko-KR" dirty="0"/>
          </a:p>
          <a:p>
            <a:r>
              <a:rPr kumimoji="1" lang="en-US" altLang="ko-KR" dirty="0"/>
              <a:t>We then go to the animations tab, where we can select one of the short animation clips and apply it to the character skin we selected first. </a:t>
            </a:r>
          </a:p>
          <a:p>
            <a:r>
              <a:rPr kumimoji="1" lang="en-US" altLang="ko-KR" dirty="0"/>
              <a:t>The slider bar on the right allows you to select properties such as the strength or weakness of the animation behavior. </a:t>
            </a:r>
          </a:p>
          <a:p>
            <a:endParaRPr kumimoji="1" lang="en-US" altLang="ko-KR" dirty="0"/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5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590911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skin</a:t>
            </a:r>
            <a:r>
              <a:rPr kumimoji="1" lang="ko-KR" altLang="en-US" dirty="0"/>
              <a:t>과 </a:t>
            </a:r>
            <a:r>
              <a:rPr kumimoji="1" lang="en-US" altLang="ko-KR" dirty="0"/>
              <a:t>animation</a:t>
            </a:r>
            <a:r>
              <a:rPr kumimoji="1" lang="ko-KR" altLang="en-US" dirty="0"/>
              <a:t>을 골랐으면 이를 </a:t>
            </a:r>
            <a:r>
              <a:rPr kumimoji="1" lang="en-US" altLang="ko-KR" dirty="0"/>
              <a:t>data file</a:t>
            </a:r>
            <a:r>
              <a:rPr kumimoji="1" lang="ko-KR" altLang="en-US" dirty="0"/>
              <a:t>로 </a:t>
            </a:r>
            <a:r>
              <a:rPr kumimoji="1" lang="en-US" altLang="ko-KR" dirty="0"/>
              <a:t>download</a:t>
            </a:r>
            <a:r>
              <a:rPr kumimoji="1" lang="ko-KR" altLang="en-US" dirty="0"/>
              <a:t> 받을 수 있습니다</a:t>
            </a:r>
            <a:r>
              <a:rPr kumimoji="1" lang="en-US" altLang="ko-KR" dirty="0"/>
              <a:t>.</a:t>
            </a:r>
            <a:r>
              <a:rPr kumimoji="1" lang="ko-KR" altLang="en-US" dirty="0"/>
              <a:t> </a:t>
            </a:r>
            <a:endParaRPr kumimoji="1" lang="en-US" altLang="ko-KR" dirty="0"/>
          </a:p>
          <a:p>
            <a:r>
              <a:rPr kumimoji="1" lang="en-US" altLang="ko-KR" dirty="0" err="1"/>
              <a:t>fbx</a:t>
            </a:r>
            <a:r>
              <a:rPr kumimoji="1" lang="ko-KR" altLang="en-US" dirty="0"/>
              <a:t>나 몇가지 다른 포맷의 파일로 </a:t>
            </a:r>
            <a:r>
              <a:rPr kumimoji="1" lang="en-US" altLang="ko-KR" dirty="0"/>
              <a:t>download</a:t>
            </a:r>
            <a:r>
              <a:rPr kumimoji="1" lang="ko-KR" altLang="en-US" dirty="0"/>
              <a:t>할 수 있으나</a:t>
            </a:r>
            <a:r>
              <a:rPr kumimoji="1" lang="en-US" altLang="ko-KR" dirty="0"/>
              <a:t>,</a:t>
            </a:r>
            <a:r>
              <a:rPr kumimoji="1" lang="ko-KR" altLang="en-US" dirty="0"/>
              <a:t> </a:t>
            </a:r>
            <a:r>
              <a:rPr kumimoji="1" lang="en-US" altLang="ko-KR" dirty="0" err="1"/>
              <a:t>fbx</a:t>
            </a:r>
            <a:r>
              <a:rPr kumimoji="1" lang="en-US" altLang="ko-KR" dirty="0"/>
              <a:t> </a:t>
            </a:r>
            <a:r>
              <a:rPr kumimoji="1" lang="ko-KR" altLang="en-US" dirty="0"/>
              <a:t>포맷을 권장하고 있습니다</a:t>
            </a:r>
            <a:r>
              <a:rPr kumimoji="1" lang="en-US" altLang="ko-KR" dirty="0"/>
              <a:t>.</a:t>
            </a:r>
            <a:r>
              <a:rPr kumimoji="1" lang="ko-KR" altLang="en-US" dirty="0"/>
              <a:t> </a:t>
            </a:r>
            <a:endParaRPr kumimoji="1" lang="en-US" altLang="ko-KR" dirty="0"/>
          </a:p>
          <a:p>
            <a:endParaRPr kumimoji="1" lang="en-US" altLang="ko-KR" dirty="0"/>
          </a:p>
          <a:p>
            <a:r>
              <a:rPr kumimoji="1" lang="en-US" altLang="ko-KR" dirty="0"/>
              <a:t>Once you have selected your skin and animations, you can download them as a data file. </a:t>
            </a:r>
          </a:p>
          <a:p>
            <a:r>
              <a:rPr kumimoji="1" lang="en-US" altLang="ko-KR" dirty="0"/>
              <a:t>You can download them as </a:t>
            </a:r>
            <a:r>
              <a:rPr kumimoji="1" lang="en-US" altLang="ko-KR" dirty="0" err="1"/>
              <a:t>fbx</a:t>
            </a:r>
            <a:r>
              <a:rPr kumimoji="1" lang="en-US" altLang="ko-KR" dirty="0"/>
              <a:t> or a few other formats, but we recommend the </a:t>
            </a:r>
            <a:r>
              <a:rPr kumimoji="1" lang="en-US" altLang="ko-KR" dirty="0" err="1"/>
              <a:t>fbx</a:t>
            </a:r>
            <a:r>
              <a:rPr kumimoji="1" lang="en-US" altLang="ko-KR" dirty="0"/>
              <a:t> format. </a:t>
            </a:r>
          </a:p>
          <a:p>
            <a:endParaRPr kumimoji="1" lang="en-US" altLang="ko-KR" dirty="0"/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6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2898762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 err="1"/>
              <a:t>Mixamo</a:t>
            </a:r>
            <a:r>
              <a:rPr kumimoji="1" lang="ko-KR" altLang="en-US" dirty="0"/>
              <a:t>에는 지금까지 살펴본 기본적인 기능 이외에도 다른 곳에서 만들어진 새로운 </a:t>
            </a:r>
            <a:r>
              <a:rPr kumimoji="1" lang="en-US" altLang="ko-KR" dirty="0"/>
              <a:t>skin mesh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upload</a:t>
            </a:r>
            <a:r>
              <a:rPr kumimoji="1" lang="ko-KR" altLang="en-US" dirty="0"/>
              <a:t>하고</a:t>
            </a:r>
            <a:r>
              <a:rPr kumimoji="1" lang="en-US" altLang="ko-KR" dirty="0"/>
              <a:t>,</a:t>
            </a:r>
            <a:r>
              <a:rPr kumimoji="1" lang="ko-KR" altLang="en-US" dirty="0"/>
              <a:t> 이를 </a:t>
            </a:r>
            <a:r>
              <a:rPr kumimoji="1" lang="en-US" altLang="ko-KR" dirty="0"/>
              <a:t>bone hierarchy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쉽게 </a:t>
            </a:r>
            <a:r>
              <a:rPr kumimoji="1" lang="en-US" altLang="ko-KR" dirty="0"/>
              <a:t>rigging </a:t>
            </a:r>
            <a:r>
              <a:rPr kumimoji="1" lang="ko-KR" altLang="en-US" dirty="0"/>
              <a:t>할 수 있는 기능이 제공되고 있습니다</a:t>
            </a:r>
            <a:r>
              <a:rPr kumimoji="1" lang="en-US" altLang="ko-KR" dirty="0"/>
              <a:t>.</a:t>
            </a:r>
            <a:r>
              <a:rPr kumimoji="1" lang="ko-KR" altLang="en-US" dirty="0"/>
              <a:t> </a:t>
            </a:r>
            <a:endParaRPr kumimoji="1" lang="en-US" altLang="ko-KR" dirty="0"/>
          </a:p>
          <a:p>
            <a:endParaRPr kumimoji="1" lang="en-US" altLang="ko-KR" dirty="0"/>
          </a:p>
          <a:p>
            <a:r>
              <a:rPr kumimoji="1" lang="en-US" altLang="ko-KR" dirty="0"/>
              <a:t>In addition to the basic features we've seen so far, </a:t>
            </a:r>
            <a:r>
              <a:rPr kumimoji="1" lang="en-US" altLang="ko-KR" dirty="0" err="1"/>
              <a:t>Mixamo</a:t>
            </a:r>
            <a:r>
              <a:rPr kumimoji="1" lang="en-US" altLang="ko-KR" dirty="0"/>
              <a:t> has the ability to upload new skin meshes created elsewhere and easily rig them into the bone hierarchy. </a:t>
            </a:r>
          </a:p>
          <a:p>
            <a:endParaRPr kumimoji="1" lang="en-US" altLang="ko-KR" dirty="0"/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7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752826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FBX file</a:t>
            </a:r>
            <a:r>
              <a:rPr kumimoji="1" lang="ko-KR" altLang="en-US" dirty="0"/>
              <a:t>로 </a:t>
            </a:r>
            <a:r>
              <a:rPr kumimoji="1" lang="en-US" altLang="ko-KR" dirty="0"/>
              <a:t>skin</a:t>
            </a:r>
            <a:r>
              <a:rPr kumimoji="1" lang="ko-KR" altLang="en-US" dirty="0"/>
              <a:t>과 </a:t>
            </a:r>
            <a:r>
              <a:rPr kumimoji="1" lang="en-US" altLang="ko-KR" dirty="0"/>
              <a:t>bone animation</a:t>
            </a:r>
            <a:r>
              <a:rPr kumimoji="1" lang="ko-KR" altLang="en-US" dirty="0"/>
              <a:t> </a:t>
            </a:r>
            <a:r>
              <a:rPr kumimoji="1" lang="en-US" altLang="ko-KR" dirty="0"/>
              <a:t>data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download</a:t>
            </a:r>
            <a:r>
              <a:rPr kumimoji="1" lang="ko-KR" altLang="en-US" dirty="0"/>
              <a:t> 받은 후</a:t>
            </a:r>
            <a:r>
              <a:rPr kumimoji="1" lang="en-US" altLang="ko-KR" dirty="0"/>
              <a:t>,</a:t>
            </a:r>
            <a:r>
              <a:rPr kumimoji="1" lang="ko-KR" altLang="en-US" dirty="0"/>
              <a:t> 이를 </a:t>
            </a:r>
            <a:r>
              <a:rPr kumimoji="1" lang="en-US" altLang="ko-KR" dirty="0"/>
              <a:t>Blender</a:t>
            </a:r>
            <a:r>
              <a:rPr kumimoji="1" lang="ko-KR" altLang="en-US" dirty="0"/>
              <a:t>에서 </a:t>
            </a:r>
            <a:r>
              <a:rPr kumimoji="1" lang="en-US" altLang="ko-KR" dirty="0"/>
              <a:t>import</a:t>
            </a:r>
            <a:r>
              <a:rPr kumimoji="1" lang="ko-KR" altLang="en-US" dirty="0"/>
              <a:t>하면 </a:t>
            </a:r>
            <a:r>
              <a:rPr kumimoji="1" lang="en-US" altLang="ko-KR" dirty="0"/>
              <a:t>skin</a:t>
            </a:r>
            <a:r>
              <a:rPr kumimoji="1" lang="ko-KR" altLang="en-US" dirty="0"/>
              <a:t>과 </a:t>
            </a:r>
            <a:r>
              <a:rPr kumimoji="1" lang="en-US" altLang="ko-KR" dirty="0"/>
              <a:t>bone (Blender</a:t>
            </a:r>
            <a:r>
              <a:rPr kumimoji="1" lang="ko-KR" altLang="en-US" dirty="0"/>
              <a:t>에서는 </a:t>
            </a:r>
            <a:r>
              <a:rPr kumimoji="1" lang="en-US" altLang="ko-KR" dirty="0"/>
              <a:t>armature</a:t>
            </a:r>
            <a:r>
              <a:rPr kumimoji="1" lang="ko-KR" altLang="en-US" dirty="0" err="1"/>
              <a:t>라고</a:t>
            </a:r>
            <a:r>
              <a:rPr kumimoji="1" lang="ko-KR" altLang="en-US" dirty="0"/>
              <a:t> 부름</a:t>
            </a:r>
            <a:r>
              <a:rPr kumimoji="1" lang="en-US" altLang="ko-KR" dirty="0"/>
              <a:t>) </a:t>
            </a:r>
            <a:r>
              <a:rPr kumimoji="1" lang="ko-KR" altLang="en-US" dirty="0"/>
              <a:t>과 </a:t>
            </a:r>
            <a:r>
              <a:rPr kumimoji="1" lang="en-US" altLang="ko-KR" dirty="0"/>
              <a:t>animation</a:t>
            </a:r>
            <a:r>
              <a:rPr kumimoji="1" lang="ko-KR" altLang="en-US" dirty="0"/>
              <a:t>을 </a:t>
            </a:r>
            <a:r>
              <a:rPr kumimoji="1" lang="en-US" altLang="ko-KR" dirty="0"/>
              <a:t>play</a:t>
            </a:r>
            <a:r>
              <a:rPr kumimoji="1" lang="ko-KR" altLang="en-US" dirty="0"/>
              <a:t>해 볼 수 있습니다</a:t>
            </a:r>
            <a:r>
              <a:rPr kumimoji="1" lang="en-US" altLang="ko-KR" dirty="0"/>
              <a:t>.</a:t>
            </a:r>
            <a:r>
              <a:rPr kumimoji="1" lang="ko-KR" altLang="en-US" dirty="0"/>
              <a:t> </a:t>
            </a:r>
            <a:endParaRPr kumimoji="1" lang="en-US" altLang="ko-KR" dirty="0"/>
          </a:p>
          <a:p>
            <a:r>
              <a:rPr kumimoji="1" lang="ko-KR" altLang="en-US" dirty="0"/>
              <a:t>데이터마다 </a:t>
            </a:r>
            <a:r>
              <a:rPr kumimoji="1" lang="en-US" altLang="ko-KR" dirty="0"/>
              <a:t>scale</a:t>
            </a:r>
            <a:r>
              <a:rPr kumimoji="1" lang="ko-KR" altLang="en-US" dirty="0"/>
              <a:t>이 많이 다를 수 있으나</a:t>
            </a:r>
            <a:r>
              <a:rPr kumimoji="1" lang="en-US" altLang="ko-KR" dirty="0"/>
              <a:t>,</a:t>
            </a:r>
            <a:r>
              <a:rPr kumimoji="1" lang="ko-KR" altLang="en-US" dirty="0"/>
              <a:t> </a:t>
            </a:r>
            <a:r>
              <a:rPr kumimoji="1" lang="en-US" altLang="ko-KR" dirty="0"/>
              <a:t>program</a:t>
            </a:r>
            <a:r>
              <a:rPr kumimoji="1" lang="ko-KR" altLang="en-US" dirty="0"/>
              <a:t>들에서는 보통 </a:t>
            </a:r>
            <a:r>
              <a:rPr kumimoji="1" lang="en-US" altLang="ko-KR" dirty="0"/>
              <a:t>x, y, z </a:t>
            </a:r>
            <a:r>
              <a:rPr kumimoji="1" lang="ko-KR" altLang="en-US" dirty="0"/>
              <a:t>모두 </a:t>
            </a:r>
            <a:r>
              <a:rPr kumimoji="1" lang="en-US" altLang="ko-KR" dirty="0"/>
              <a:t>[-1, 1] </a:t>
            </a:r>
            <a:r>
              <a:rPr kumimoji="1" lang="ko-KR" altLang="en-US" dirty="0"/>
              <a:t>사이에 근접한 범위를 가지도록 </a:t>
            </a:r>
            <a:r>
              <a:rPr kumimoji="1" lang="en-US" altLang="ko-KR" dirty="0"/>
              <a:t>scale</a:t>
            </a:r>
            <a:r>
              <a:rPr kumimoji="1" lang="ko-KR" altLang="en-US" dirty="0"/>
              <a:t>을 맞추어 주는 것이 좋습니다</a:t>
            </a:r>
            <a:r>
              <a:rPr kumimoji="1" lang="en-US" altLang="ko-KR" dirty="0"/>
              <a:t>.</a:t>
            </a:r>
            <a:r>
              <a:rPr kumimoji="1" lang="ko-KR" altLang="en-US" dirty="0"/>
              <a:t> </a:t>
            </a:r>
            <a:endParaRPr kumimoji="1" lang="en-US" altLang="ko-KR" dirty="0"/>
          </a:p>
          <a:p>
            <a:r>
              <a:rPr kumimoji="1" lang="ko-KR" altLang="en-US" dirty="0"/>
              <a:t>이를 위해 </a:t>
            </a:r>
            <a:r>
              <a:rPr kumimoji="1" lang="en-US" altLang="ko-KR" dirty="0"/>
              <a:t>Blender</a:t>
            </a:r>
            <a:r>
              <a:rPr kumimoji="1" lang="ko-KR" altLang="en-US" dirty="0"/>
              <a:t>의 </a:t>
            </a:r>
            <a:r>
              <a:rPr kumimoji="1" lang="en-US" altLang="ko-KR" dirty="0"/>
              <a:t>outliner</a:t>
            </a:r>
            <a:r>
              <a:rPr kumimoji="1" lang="ko-KR" altLang="en-US" dirty="0"/>
              <a:t>에서 </a:t>
            </a:r>
            <a:r>
              <a:rPr kumimoji="1" lang="en-US" altLang="ko-KR" dirty="0"/>
              <a:t>root</a:t>
            </a:r>
            <a:r>
              <a:rPr kumimoji="1" lang="ko-KR" altLang="en-US" dirty="0"/>
              <a:t>가 되는 </a:t>
            </a:r>
            <a:r>
              <a:rPr kumimoji="1" lang="en-US" altLang="ko-KR" dirty="0"/>
              <a:t>parent node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선택한 후</a:t>
            </a:r>
            <a:r>
              <a:rPr kumimoji="1" lang="en-US" altLang="ko-KR" dirty="0"/>
              <a:t>,</a:t>
            </a:r>
            <a:r>
              <a:rPr kumimoji="1" lang="ko-KR" altLang="en-US" dirty="0"/>
              <a:t> 이 </a:t>
            </a:r>
            <a:r>
              <a:rPr kumimoji="1" lang="en-US" altLang="ko-KR" dirty="0"/>
              <a:t>object</a:t>
            </a:r>
            <a:r>
              <a:rPr kumimoji="1" lang="ko-KR" altLang="en-US" dirty="0"/>
              <a:t>의 첫번째 </a:t>
            </a:r>
            <a:r>
              <a:rPr kumimoji="1" lang="en-US" altLang="ko-KR" dirty="0"/>
              <a:t>(</a:t>
            </a:r>
            <a:r>
              <a:rPr kumimoji="1" lang="ko-KR" altLang="en-US" dirty="0"/>
              <a:t>시작</a:t>
            </a:r>
            <a:r>
              <a:rPr kumimoji="1" lang="en-US" altLang="ko-KR" dirty="0"/>
              <a:t>)</a:t>
            </a:r>
            <a:r>
              <a:rPr kumimoji="1" lang="ko-KR" altLang="en-US" dirty="0"/>
              <a:t> </a:t>
            </a:r>
            <a:r>
              <a:rPr kumimoji="1" lang="en-US" altLang="ko-KR" dirty="0"/>
              <a:t>keyframe</a:t>
            </a:r>
            <a:r>
              <a:rPr kumimoji="1" lang="ko-KR" altLang="en-US" dirty="0"/>
              <a:t>에서 적절한 </a:t>
            </a:r>
            <a:r>
              <a:rPr kumimoji="1" lang="en-US" altLang="ko-KR" dirty="0"/>
              <a:t>scale</a:t>
            </a:r>
            <a:r>
              <a:rPr kumimoji="1" lang="ko-KR" altLang="en-US" dirty="0"/>
              <a:t> </a:t>
            </a:r>
            <a:r>
              <a:rPr kumimoji="1" lang="en-US" altLang="ko-KR" dirty="0"/>
              <a:t>factor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입력한 후 </a:t>
            </a:r>
            <a:r>
              <a:rPr kumimoji="1" lang="en-US" altLang="ko-KR" dirty="0"/>
              <a:t>“insert keyframe” </a:t>
            </a:r>
            <a:r>
              <a:rPr kumimoji="1" lang="ko-KR" altLang="en-US" dirty="0"/>
              <a:t>을 다시 한번 해 주는 것이 좋습니다</a:t>
            </a:r>
            <a:r>
              <a:rPr kumimoji="1" lang="en-US" altLang="ko-KR" dirty="0"/>
              <a:t>.</a:t>
            </a:r>
            <a:r>
              <a:rPr kumimoji="1" lang="ko-KR" altLang="en-US" dirty="0"/>
              <a:t> </a:t>
            </a:r>
            <a:endParaRPr kumimoji="1" lang="en-US" altLang="ko-KR" dirty="0"/>
          </a:p>
          <a:p>
            <a:r>
              <a:rPr kumimoji="1" lang="ko-KR" altLang="en-US" dirty="0"/>
              <a:t>이렇게 하면 이 크기의 </a:t>
            </a:r>
            <a:r>
              <a:rPr kumimoji="1" lang="en-US" altLang="ko-KR" dirty="0"/>
              <a:t>scale</a:t>
            </a:r>
            <a:r>
              <a:rPr kumimoji="1" lang="ko-KR" altLang="en-US" dirty="0"/>
              <a:t>이 </a:t>
            </a:r>
            <a:r>
              <a:rPr kumimoji="1" lang="en-US" altLang="ko-KR" dirty="0"/>
              <a:t>animation </a:t>
            </a:r>
            <a:r>
              <a:rPr kumimoji="1" lang="ko-KR" altLang="en-US" dirty="0"/>
              <a:t>끝까지 유지되게 됩니다</a:t>
            </a:r>
            <a:r>
              <a:rPr kumimoji="1" lang="en-US" altLang="ko-KR" dirty="0"/>
              <a:t>.</a:t>
            </a:r>
            <a:r>
              <a:rPr kumimoji="1" lang="ko-KR" altLang="en-US" dirty="0"/>
              <a:t> </a:t>
            </a:r>
            <a:endParaRPr kumimoji="1" lang="en-US" altLang="ko-KR" dirty="0"/>
          </a:p>
          <a:p>
            <a:r>
              <a:rPr kumimoji="1" lang="ko-KR" altLang="en-US" dirty="0"/>
              <a:t>오른쪽 그림은 우리의 </a:t>
            </a:r>
            <a:r>
              <a:rPr kumimoji="1" lang="en-US" altLang="ko-KR" dirty="0"/>
              <a:t>character</a:t>
            </a:r>
            <a:r>
              <a:rPr kumimoji="1" lang="ko-KR" altLang="en-US" dirty="0"/>
              <a:t>와 </a:t>
            </a:r>
            <a:r>
              <a:rPr kumimoji="1" lang="en-US" altLang="ko-KR" dirty="0"/>
              <a:t>add &gt; mesh &gt; cube </a:t>
            </a:r>
            <a:r>
              <a:rPr kumimoji="1" lang="ko-KR" altLang="en-US" dirty="0"/>
              <a:t>로 만들어진 기본 </a:t>
            </a:r>
            <a:r>
              <a:rPr kumimoji="1" lang="en-US" altLang="ko-KR" dirty="0"/>
              <a:t>cube</a:t>
            </a:r>
            <a:r>
              <a:rPr kumimoji="1" lang="ko-KR" altLang="en-US" dirty="0"/>
              <a:t>의 크기를 비교한 것인데 이 정도의 크기가 권장된다는 뜻입니다</a:t>
            </a:r>
            <a:r>
              <a:rPr kumimoji="1" lang="en-US" altLang="ko-KR" dirty="0"/>
              <a:t>.</a:t>
            </a:r>
            <a:r>
              <a:rPr kumimoji="1" lang="ko-KR" altLang="en-US" dirty="0"/>
              <a:t> </a:t>
            </a:r>
            <a:endParaRPr kumimoji="1" lang="en-US" altLang="ko-KR" dirty="0"/>
          </a:p>
          <a:p>
            <a:endParaRPr kumimoji="1"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8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1792773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 dirty="0"/>
              <a:t>이렇게 </a:t>
            </a:r>
            <a:r>
              <a:rPr kumimoji="1" lang="en-US" altLang="ko-KR" dirty="0"/>
              <a:t>scale</a:t>
            </a:r>
            <a:r>
              <a:rPr kumimoji="1" lang="ko-KR" altLang="en-US" dirty="0"/>
              <a:t>을 맞추고 </a:t>
            </a:r>
            <a:r>
              <a:rPr kumimoji="1" lang="en-US" altLang="ko-KR" dirty="0"/>
              <a:t>animation</a:t>
            </a:r>
            <a:r>
              <a:rPr kumimoji="1" lang="ko-KR" altLang="en-US" dirty="0"/>
              <a:t>과 </a:t>
            </a:r>
            <a:r>
              <a:rPr kumimoji="1" lang="en-US" altLang="ko-KR" dirty="0"/>
              <a:t>skin</a:t>
            </a:r>
            <a:r>
              <a:rPr kumimoji="1" lang="ko-KR" altLang="en-US" dirty="0"/>
              <a:t>을 확인한 이후</a:t>
            </a:r>
            <a:r>
              <a:rPr kumimoji="1" lang="en-US" altLang="ko-KR" dirty="0"/>
              <a:t>,</a:t>
            </a:r>
            <a:r>
              <a:rPr kumimoji="1" lang="ko-KR" altLang="en-US" dirty="0"/>
              <a:t> 캐릭터를 다른 파일 </a:t>
            </a:r>
            <a:r>
              <a:rPr kumimoji="1" lang="en-US" altLang="ko-KR" dirty="0"/>
              <a:t>format</a:t>
            </a:r>
            <a:r>
              <a:rPr kumimoji="1" lang="ko-KR" altLang="en-US" dirty="0" err="1"/>
              <a:t>으로</a:t>
            </a:r>
            <a:r>
              <a:rPr kumimoji="1" lang="ko-KR" altLang="en-US" dirty="0"/>
              <a:t> </a:t>
            </a:r>
            <a:r>
              <a:rPr kumimoji="1" lang="en-US" altLang="ko-KR" dirty="0"/>
              <a:t>export</a:t>
            </a:r>
            <a:r>
              <a:rPr kumimoji="1" lang="ko-KR" altLang="en-US" dirty="0"/>
              <a:t> 할 수 있습니다</a:t>
            </a:r>
            <a:r>
              <a:rPr kumimoji="1" lang="en-US" altLang="ko-KR" dirty="0"/>
              <a:t>.</a:t>
            </a:r>
            <a:r>
              <a:rPr kumimoji="1" lang="ko-KR" altLang="en-US" dirty="0"/>
              <a:t> </a:t>
            </a:r>
            <a:endParaRPr kumimoji="1" lang="en-US" altLang="ko-KR" dirty="0"/>
          </a:p>
          <a:p>
            <a:r>
              <a:rPr kumimoji="1" lang="ko-KR" altLang="en-US" dirty="0"/>
              <a:t>우리의 경우 </a:t>
            </a:r>
            <a:r>
              <a:rPr kumimoji="1" lang="en-US" altLang="ko-KR" dirty="0"/>
              <a:t>loader</a:t>
            </a:r>
            <a:r>
              <a:rPr kumimoji="1" lang="ko-KR" altLang="en-US" dirty="0"/>
              <a:t>에서 이용하기 위해 </a:t>
            </a:r>
            <a:r>
              <a:rPr kumimoji="1" lang="en-US" altLang="ko-KR" dirty="0" err="1"/>
              <a:t>Collada</a:t>
            </a:r>
            <a:r>
              <a:rPr kumimoji="1" lang="en-US" altLang="ko-KR" dirty="0"/>
              <a:t> (.</a:t>
            </a:r>
            <a:r>
              <a:rPr kumimoji="1" lang="en-US" altLang="ko-KR" dirty="0" err="1"/>
              <a:t>dae</a:t>
            </a:r>
            <a:r>
              <a:rPr kumimoji="1" lang="en-US" altLang="ko-KR" dirty="0"/>
              <a:t>) format</a:t>
            </a:r>
            <a:r>
              <a:rPr kumimoji="1" lang="ko-KR" altLang="en-US" dirty="0"/>
              <a:t>이나 </a:t>
            </a:r>
            <a:r>
              <a:rPr kumimoji="1" lang="en-US" altLang="ko-KR" dirty="0" err="1"/>
              <a:t>gltf</a:t>
            </a:r>
            <a:r>
              <a:rPr kumimoji="1" lang="en-US" altLang="ko-KR" dirty="0"/>
              <a:t> format</a:t>
            </a:r>
            <a:r>
              <a:rPr kumimoji="1" lang="ko-KR" altLang="en-US" dirty="0"/>
              <a:t>을 선택할 수 있습니다</a:t>
            </a:r>
            <a:r>
              <a:rPr kumimoji="1" lang="en-US" altLang="ko-KR" dirty="0"/>
              <a:t>.</a:t>
            </a:r>
            <a:r>
              <a:rPr kumimoji="1" lang="ko-KR" altLang="en-US" dirty="0"/>
              <a:t> </a:t>
            </a:r>
            <a:endParaRPr kumimoji="1" lang="en-US" altLang="ko-KR" dirty="0"/>
          </a:p>
          <a:p>
            <a:endParaRPr kumimoji="1" lang="en-US" altLang="ko-KR" dirty="0"/>
          </a:p>
          <a:p>
            <a:r>
              <a:rPr kumimoji="1" lang="en-US" altLang="ko-KR" dirty="0"/>
              <a:t>Once you have scaled and checked the animation and skin, you can export your character to a different file format. </a:t>
            </a:r>
          </a:p>
          <a:p>
            <a:r>
              <a:rPr kumimoji="1" lang="en-US" altLang="ko-KR" dirty="0"/>
              <a:t>In our case, we can choose either the </a:t>
            </a:r>
            <a:r>
              <a:rPr kumimoji="1" lang="en-US" altLang="ko-KR" dirty="0" err="1"/>
              <a:t>Collada</a:t>
            </a:r>
            <a:r>
              <a:rPr kumimoji="1" lang="en-US" altLang="ko-KR" dirty="0"/>
              <a:t> (.</a:t>
            </a:r>
            <a:r>
              <a:rPr kumimoji="1" lang="en-US" altLang="ko-KR" dirty="0" err="1"/>
              <a:t>dae</a:t>
            </a:r>
            <a:r>
              <a:rPr kumimoji="1" lang="en-US" altLang="ko-KR" dirty="0"/>
              <a:t>) format or the </a:t>
            </a:r>
            <a:r>
              <a:rPr kumimoji="1" lang="en-US" altLang="ko-KR" dirty="0" err="1"/>
              <a:t>gltf</a:t>
            </a:r>
            <a:r>
              <a:rPr kumimoji="1" lang="en-US" altLang="ko-KR" dirty="0"/>
              <a:t> format for use in the OpenGL loader. </a:t>
            </a:r>
          </a:p>
          <a:p>
            <a:endParaRPr kumimoji="1" lang="en-US" altLang="ko-KR" dirty="0"/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9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8433902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>
            <a:noAutofit/>
          </a:bodyPr>
          <a:lstStyle>
            <a:lvl1pPr algn="ctr">
              <a:defRPr sz="4400" b="1">
                <a:effectLst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>
            <a:normAutofit/>
          </a:bodyPr>
          <a:lstStyle>
            <a:lvl1pPr marL="0" indent="0" algn="ctr">
              <a:buNone/>
              <a:defRPr sz="2800" b="1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742950" indent="-285750">
              <a:buFont typeface="시스템 서체 일반체"/>
              <a:buChar char="◦"/>
              <a:defRPr/>
            </a:lvl2pPr>
            <a:lvl3pPr marL="1143000" indent="-228600">
              <a:buFont typeface="Wingdings" pitchFamily="2" charset="2"/>
              <a:buChar char="§"/>
              <a:defRPr/>
            </a:lvl3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91344" y="1124745"/>
            <a:ext cx="5803056" cy="554461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600" y="1124745"/>
            <a:ext cx="5803056" cy="554461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51384" y="260648"/>
            <a:ext cx="11043247" cy="7200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51384" y="1124743"/>
            <a:ext cx="11043247" cy="5400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11594631" y="6381328"/>
            <a:ext cx="3738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3600" b="1" kern="1200">
          <a:solidFill>
            <a:schemeClr val="tx1"/>
          </a:solidFill>
          <a:latin typeface="Tahoma" panose="020B0604030504040204" pitchFamily="34" charset="0"/>
          <a:ea typeface="+mj-ea"/>
          <a:cs typeface="Tahoma" panose="020B0604030504040204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Tahoma" panose="020B0604030504040204" pitchFamily="34" charset="0"/>
          <a:ea typeface="+mn-ea"/>
          <a:cs typeface="Tahoma" panose="020B0604030504040204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Font typeface="시스템 서체 일반체"/>
        <a:buChar char="◦"/>
        <a:defRPr sz="1800" kern="1200">
          <a:solidFill>
            <a:schemeClr val="tx1">
              <a:lumMod val="65000"/>
              <a:lumOff val="35000"/>
            </a:schemeClr>
          </a:solidFill>
          <a:latin typeface="Tahoma" panose="020B0604030504040204" pitchFamily="34" charset="0"/>
          <a:ea typeface="+mn-ea"/>
          <a:cs typeface="Tahoma" panose="020B0604030504040204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Font typeface="Wingdings" pitchFamily="2" charset="2"/>
        <a:buChar char="§"/>
        <a:defRPr sz="1600" kern="1200">
          <a:solidFill>
            <a:schemeClr val="tx1">
              <a:lumMod val="65000"/>
              <a:lumOff val="35000"/>
            </a:schemeClr>
          </a:solidFill>
          <a:latin typeface="Tahoma" panose="020B0604030504040204" pitchFamily="34" charset="0"/>
          <a:ea typeface="+mn-ea"/>
          <a:cs typeface="Tahoma" panose="020B0604030504040204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>
          <a:solidFill>
            <a:schemeClr val="tx1">
              <a:lumMod val="65000"/>
              <a:lumOff val="35000"/>
            </a:schemeClr>
          </a:solidFill>
          <a:latin typeface="Tahoma" panose="020B0604030504040204" pitchFamily="34" charset="0"/>
          <a:ea typeface="+mn-ea"/>
          <a:cs typeface="Tahoma" panose="020B0604030504040204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600" kern="1200">
          <a:solidFill>
            <a:schemeClr val="tx1">
              <a:lumMod val="65000"/>
              <a:lumOff val="35000"/>
            </a:schemeClr>
          </a:solidFill>
          <a:latin typeface="Tahoma" panose="020B0604030504040204" pitchFamily="34" charset="0"/>
          <a:ea typeface="+mn-ea"/>
          <a:cs typeface="Tahoma" panose="020B0604030504040204" pitchFamily="34" charset="0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6"/>
          <p:cNvSpPr>
            <a:spLocks noGrp="1" noChangeArrowheads="1"/>
          </p:cNvSpPr>
          <p:nvPr>
            <p:ph type="ctrTitle"/>
            <p:custDataLst>
              <p:tags r:id="rId2"/>
            </p:custDataLst>
          </p:nvPr>
        </p:nvSpPr>
        <p:spPr>
          <a:xfrm>
            <a:off x="696888" y="1968063"/>
            <a:ext cx="10798224" cy="1470025"/>
          </a:xfrm>
        </p:spPr>
        <p:txBody>
          <a:bodyPr/>
          <a:lstStyle/>
          <a:p>
            <a:pPr algn="ctr"/>
            <a:r>
              <a:rPr lang="en-US" dirty="0">
                <a:ea typeface="Tahoma" panose="020B0604030504040204" pitchFamily="34" charset="0"/>
              </a:rPr>
              <a:t>1</a:t>
            </a:r>
            <a:r>
              <a:rPr lang="en-US" altLang="ko-KR" dirty="0">
                <a:ea typeface="Tahoma" panose="020B0604030504040204" pitchFamily="34" charset="0"/>
              </a:rPr>
              <a:t>1</a:t>
            </a:r>
            <a:r>
              <a:rPr lang="en-US" dirty="0">
                <a:ea typeface="Tahoma" panose="020B0604030504040204" pitchFamily="34" charset="0"/>
              </a:rPr>
              <a:t>_2</a:t>
            </a:r>
            <a:r>
              <a:rPr 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Skeletal Animation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2895600" y="3633950"/>
            <a:ext cx="6400800" cy="560572"/>
          </a:xfrm>
        </p:spPr>
        <p:txBody>
          <a:bodyPr/>
          <a:lstStyle/>
          <a:p>
            <a:r>
              <a:rPr 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Computer Graphics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46594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AEA26E-E9A2-C9CC-239D-E171B0D6D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/>
              <a:t>Components of Skeletal Animated Model</a:t>
            </a:r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4ADF56-00BD-5486-8053-59E498C1E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2</a:t>
            </a:fld>
            <a:endParaRPr lang="ko-KR" altLang="en-US"/>
          </a:p>
        </p:txBody>
      </p:sp>
      <p:pic>
        <p:nvPicPr>
          <p:cNvPr id="1026" name="Picture 2" descr="skin">
            <a:extLst>
              <a:ext uri="{FF2B5EF4-FFF2-40B4-BE49-F238E27FC236}">
                <a16:creationId xmlns:a16="http://schemas.microsoft.com/office/drawing/2014/main" id="{8EA598AE-653C-39FD-8ED0-28655137C3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408" y="1340768"/>
            <a:ext cx="3430784" cy="34082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ones">
            <a:extLst>
              <a:ext uri="{FF2B5EF4-FFF2-40B4-BE49-F238E27FC236}">
                <a16:creationId xmlns:a16="http://schemas.microsoft.com/office/drawing/2014/main" id="{205E3285-4498-345B-CBF9-C85621C63E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7807" y="1340768"/>
            <a:ext cx="3438375" cy="34082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skin and bones">
            <a:extLst>
              <a:ext uri="{FF2B5EF4-FFF2-40B4-BE49-F238E27FC236}">
                <a16:creationId xmlns:a16="http://schemas.microsoft.com/office/drawing/2014/main" id="{7522C96B-6A84-4E20-5A8B-98FEC11C97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0710" y="1340768"/>
            <a:ext cx="3430784" cy="34082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B29B1A2-8838-3360-D689-119A8D7B95E4}"/>
              </a:ext>
            </a:extLst>
          </p:cNvPr>
          <p:cNvSpPr txBox="1"/>
          <p:nvPr/>
        </p:nvSpPr>
        <p:spPr>
          <a:xfrm>
            <a:off x="2174863" y="4958655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Skin</a:t>
            </a:r>
            <a:endParaRPr kumimoji="1"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8DB5D6-1395-1148-5F17-26F9100F5DBC}"/>
              </a:ext>
            </a:extLst>
          </p:cNvPr>
          <p:cNvSpPr txBox="1"/>
          <p:nvPr/>
        </p:nvSpPr>
        <p:spPr>
          <a:xfrm>
            <a:off x="4865601" y="4952575"/>
            <a:ext cx="24427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Bones</a:t>
            </a:r>
          </a:p>
          <a:p>
            <a:pPr algn="ctr"/>
            <a:r>
              <a:rPr kumimoji="1"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(Armature in Blender)</a:t>
            </a:r>
            <a:endParaRPr kumimoji="1"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204CA8-4471-331B-C27D-82E13E62A42C}"/>
              </a:ext>
            </a:extLst>
          </p:cNvPr>
          <p:cNvSpPr txBox="1"/>
          <p:nvPr/>
        </p:nvSpPr>
        <p:spPr>
          <a:xfrm>
            <a:off x="8976320" y="4952576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Skin + Bones</a:t>
            </a:r>
          </a:p>
          <a:p>
            <a:r>
              <a:rPr kumimoji="1"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after Rigging</a:t>
            </a:r>
            <a:endParaRPr kumimoji="1"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53984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52BB8A-788C-F724-8115-A30CE5CC1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/>
              <a:t>Hierarchical Structure of Bones</a:t>
            </a:r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27A0C3-5D32-0298-BF00-0DB723DBF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3</a:t>
            </a:fld>
            <a:endParaRPr lang="ko-KR" alt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C7A0B28-7E6E-DA8A-6323-41B4DCBEC4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5480" y="1326200"/>
            <a:ext cx="8440886" cy="420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71477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152167-B218-4BF6-6338-74930D5CA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 err="1"/>
              <a:t>Mixamo</a:t>
            </a:r>
            <a:r>
              <a:rPr kumimoji="1" lang="en-US" altLang="ko-KR" dirty="0"/>
              <a:t> (1/4)</a:t>
            </a:r>
            <a:endParaRPr kumimoji="1"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C7EB1FFB-04E2-BC24-46B0-2DE22F361E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67408" y="1124744"/>
            <a:ext cx="9835109" cy="490038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F02CE3-7609-AA95-B97B-6AFEE8A1F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723FD593-55D5-5799-8352-B89B8E298559}"/>
              </a:ext>
            </a:extLst>
          </p:cNvPr>
          <p:cNvSpPr/>
          <p:nvPr/>
        </p:nvSpPr>
        <p:spPr>
          <a:xfrm>
            <a:off x="2063552" y="980728"/>
            <a:ext cx="576064" cy="50405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B4949585-107F-1891-690F-325CF89AD7F4}"/>
              </a:ext>
            </a:extLst>
          </p:cNvPr>
          <p:cNvSpPr/>
          <p:nvPr/>
        </p:nvSpPr>
        <p:spPr>
          <a:xfrm>
            <a:off x="4007768" y="2060848"/>
            <a:ext cx="1296144" cy="172819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211802-8B8F-8F0B-5CB6-0A1F54774F11}"/>
              </a:ext>
            </a:extLst>
          </p:cNvPr>
          <p:cNvSpPr txBox="1"/>
          <p:nvPr/>
        </p:nvSpPr>
        <p:spPr>
          <a:xfrm>
            <a:off x="4477427" y="502977"/>
            <a:ext cx="3191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/>
              <a:t>https</a:t>
            </a:r>
            <a:r>
              <a:rPr lang="ko-KR" altLang="en-US" dirty="0"/>
              <a:t>://</a:t>
            </a:r>
            <a:r>
              <a:rPr lang="ko-KR" altLang="en-US" dirty="0" err="1"/>
              <a:t>www.mixamo.com</a:t>
            </a:r>
            <a:r>
              <a:rPr lang="ko-KR" altLang="en-US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9147455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571DEE-258C-C511-5FAC-F52DDE9E6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 err="1"/>
              <a:t>Mixamo</a:t>
            </a:r>
            <a:r>
              <a:rPr kumimoji="1" lang="en-US" altLang="ko-KR" dirty="0"/>
              <a:t> (2/4)</a:t>
            </a:r>
            <a:endParaRPr kumimoji="1"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320FC2B4-8D4B-D1C1-5F8A-977C32E054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95400" y="1158200"/>
            <a:ext cx="9615740" cy="479107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3990950-9D24-14E7-915A-E725D0579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B1995FA6-BD67-A2A0-2A2B-EBE6FA4A7FA4}"/>
              </a:ext>
            </a:extLst>
          </p:cNvPr>
          <p:cNvSpPr/>
          <p:nvPr/>
        </p:nvSpPr>
        <p:spPr>
          <a:xfrm>
            <a:off x="2495600" y="1005959"/>
            <a:ext cx="576064" cy="50405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52B537B-9618-45AC-2F6C-399091350B05}"/>
              </a:ext>
            </a:extLst>
          </p:cNvPr>
          <p:cNvSpPr/>
          <p:nvPr/>
        </p:nvSpPr>
        <p:spPr>
          <a:xfrm>
            <a:off x="911424" y="2924944"/>
            <a:ext cx="1296144" cy="172819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3141C2C-1DC8-40CC-DC33-C7E45A5DEF54}"/>
              </a:ext>
            </a:extLst>
          </p:cNvPr>
          <p:cNvSpPr/>
          <p:nvPr/>
        </p:nvSpPr>
        <p:spPr>
          <a:xfrm>
            <a:off x="8760296" y="2420888"/>
            <a:ext cx="1550844" cy="180020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767084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571DEE-258C-C511-5FAC-F52DDE9E6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 err="1"/>
              <a:t>Mixamo</a:t>
            </a:r>
            <a:r>
              <a:rPr kumimoji="1" lang="en-US" altLang="ko-KR" dirty="0"/>
              <a:t> (3/4)</a:t>
            </a:r>
            <a:endParaRPr kumimoji="1"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320FC2B4-8D4B-D1C1-5F8A-977C32E054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95400" y="1158200"/>
            <a:ext cx="9615740" cy="479107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3990950-9D24-14E7-915A-E725D0579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3141C2C-1DC8-40CC-DC33-C7E45A5DEF54}"/>
              </a:ext>
            </a:extLst>
          </p:cNvPr>
          <p:cNvSpPr/>
          <p:nvPr/>
        </p:nvSpPr>
        <p:spPr>
          <a:xfrm>
            <a:off x="8727069" y="1700809"/>
            <a:ext cx="1550844" cy="28803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BC4B8C-939D-8303-4E86-6FC882FDC26D}"/>
              </a:ext>
            </a:extLst>
          </p:cNvPr>
          <p:cNvSpPr txBox="1"/>
          <p:nvPr/>
        </p:nvSpPr>
        <p:spPr>
          <a:xfrm>
            <a:off x="10488487" y="1665675"/>
            <a:ext cx="1008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dirty="0"/>
              <a:t>.</a:t>
            </a:r>
            <a:r>
              <a:rPr kumimoji="1" lang="en-US" altLang="ko-KR" dirty="0" err="1"/>
              <a:t>fbx</a:t>
            </a:r>
            <a:r>
              <a:rPr kumimoji="1" lang="en-US" altLang="ko-KR" dirty="0"/>
              <a:t> file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248359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6A7F1C-E598-9D5A-128B-EA741D0EE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 err="1"/>
              <a:t>Mixamo</a:t>
            </a:r>
            <a:r>
              <a:rPr kumimoji="1" lang="en-US" altLang="ko-KR" dirty="0"/>
              <a:t> (4/4)</a:t>
            </a:r>
            <a:endParaRPr kumimoji="1"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C53A5E-CD87-18F6-8F43-91F7845D1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ko-KR" dirty="0"/>
              <a:t>Other functions in </a:t>
            </a:r>
            <a:r>
              <a:rPr kumimoji="1" lang="en-US" altLang="ko-KR" dirty="0" err="1"/>
              <a:t>Mixamo</a:t>
            </a:r>
            <a:endParaRPr kumimoji="1" lang="en-US" altLang="ko-KR" dirty="0"/>
          </a:p>
          <a:p>
            <a:pPr lvl="1"/>
            <a:r>
              <a:rPr kumimoji="1" lang="en-US" altLang="ko-KR" dirty="0"/>
              <a:t>Uploading New Skin</a:t>
            </a:r>
          </a:p>
          <a:p>
            <a:pPr lvl="1"/>
            <a:r>
              <a:rPr kumimoji="1" lang="en-US" altLang="ko-KR" dirty="0"/>
              <a:t>Rigging</a:t>
            </a:r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03CAB7-F4AF-FCB6-95B4-EB4D6DD0E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984B6F1-0C1F-6E73-126B-DD4EBE8E4C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9816" y="1664998"/>
            <a:ext cx="6336704" cy="406825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918792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C849FF-C292-AFF8-7AE1-6FC733011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/>
              <a:t>Importing FBX into Blender</a:t>
            </a:r>
            <a:endParaRPr kumimoji="1"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D371553C-91D9-F3B2-ABCF-1336923BBA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95400" y="1196752"/>
            <a:ext cx="7738694" cy="4753322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34AE58-899B-9E80-A3CD-F90101339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8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9951083-7B33-FE1A-C66A-A1B4B8757E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8502" y="1815504"/>
            <a:ext cx="2916129" cy="3515817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64454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B94ED6-F26B-FD4C-6765-9E9429382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/>
              <a:t>Exporting Mesh and Animation</a:t>
            </a:r>
            <a:endParaRPr kumimoji="1"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6BA28E-1AA9-CE6D-0D91-3B59CC0125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384" y="1124743"/>
            <a:ext cx="11043247" cy="504057"/>
          </a:xfrm>
        </p:spPr>
        <p:txBody>
          <a:bodyPr/>
          <a:lstStyle/>
          <a:p>
            <a:r>
              <a:rPr kumimoji="1" lang="en-US" altLang="ko-KR" dirty="0"/>
              <a:t>into various other formats: COLLADA (.</a:t>
            </a:r>
            <a:r>
              <a:rPr kumimoji="1" lang="en-US" altLang="ko-KR" dirty="0" err="1"/>
              <a:t>dae</a:t>
            </a:r>
            <a:r>
              <a:rPr kumimoji="1" lang="en-US" altLang="ko-KR" dirty="0"/>
              <a:t>), </a:t>
            </a:r>
            <a:r>
              <a:rPr kumimoji="1" lang="en-US" altLang="ko-KR" dirty="0" err="1"/>
              <a:t>gltf</a:t>
            </a:r>
            <a:r>
              <a:rPr kumimoji="1" lang="en-US" altLang="ko-KR" dirty="0"/>
              <a:t>, ...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08679E-05AE-6308-60F9-575E5A384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9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9C85BB7-47AF-905E-5C3B-838DAD6276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448" y="1628800"/>
            <a:ext cx="4968552" cy="4378813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2745946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EyYfx3OmhATBfnFJF70RTJ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hyTjGoKkDx7872bNophISu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bdJ2ZZJRYtHT4YRfL83qtV"/>
</p:tagLst>
</file>

<file path=ppt/theme/theme1.xml><?xml version="1.0" encoding="utf-8"?>
<a:theme xmlns:a="http://schemas.openxmlformats.org/drawingml/2006/main" name="Office 테마">
  <a:themeElements>
    <a:clrScheme name="사용자 지정 1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789244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solidFill>
            <a:schemeClr val="bg1">
              <a:lumMod val="75000"/>
            </a:schemeClr>
          </a:solidFill>
        </a:ln>
      </a:spPr>
      <a:bodyPr wrap="square">
        <a:noAutofit/>
      </a:bodyPr>
      <a:lstStyle>
        <a:defPPr algn="l">
          <a:defRPr b="1" dirty="0" smtClean="0">
            <a:solidFill>
              <a:srgbClr val="9B2393"/>
            </a:solidFill>
            <a:latin typeface="Menlo" panose="020B0609030804020204" pitchFamily="49" charset="0"/>
          </a:defRPr>
        </a:defPPr>
      </a:lst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12812</TotalTime>
  <Words>911</Words>
  <Application>Microsoft Macintosh PowerPoint</Application>
  <PresentationFormat>와이드스크린</PresentationFormat>
  <Paragraphs>83</Paragraphs>
  <Slides>9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5" baseType="lpstr">
      <vt:lpstr>맑은 고딕</vt:lpstr>
      <vt:lpstr>시스템 서체 일반체</vt:lpstr>
      <vt:lpstr>Arial</vt:lpstr>
      <vt:lpstr>Tahoma</vt:lpstr>
      <vt:lpstr>Wingdings</vt:lpstr>
      <vt:lpstr>Office 테마</vt:lpstr>
      <vt:lpstr>11_2 Skeletal Animation</vt:lpstr>
      <vt:lpstr>Components of Skeletal Animated Model</vt:lpstr>
      <vt:lpstr>Hierarchical Structure of Bones</vt:lpstr>
      <vt:lpstr>Mixamo (1/4)</vt:lpstr>
      <vt:lpstr>Mixamo (2/4)</vt:lpstr>
      <vt:lpstr>Mixamo (3/4)</vt:lpstr>
      <vt:lpstr>Mixamo (4/4)</vt:lpstr>
      <vt:lpstr>Importing FBX into Blender</vt:lpstr>
      <vt:lpstr>Exporting Mesh and Animation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인권 이</cp:lastModifiedBy>
  <cp:revision>666</cp:revision>
  <dcterms:created xsi:type="dcterms:W3CDTF">2006-10-05T04:04:58Z</dcterms:created>
  <dcterms:modified xsi:type="dcterms:W3CDTF">2025-05-19T11:40:08Z</dcterms:modified>
</cp:coreProperties>
</file>